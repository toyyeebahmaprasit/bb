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สไตล์สีปานกลาง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สไตล์สีปานกลาง 2 - เน้น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สไตล์สีปานกลาง 2 - เน้น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สไตล์สีปานกลาง 2 - เน้น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สไตล์สีปานกลาง 2 - เน้น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ไม่มีสไตล์, เส้นตาราง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53E4342-7E4C-7C66-D059-07498338A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01415540-7579-C405-0DCC-EB6F8AFE4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A51DDB27-6761-675C-BB3E-92AD50871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3D62AFAF-141B-0759-B64F-83E755FD8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57DB6F0-9E3E-C635-FC97-21C94971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08100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917D545-0B0A-64BA-FB0A-C1FD05DD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D451F4B-8417-4A8C-DE10-1BDB6F758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C32B499-FB47-48C7-2C21-851FC226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A592177-BAC0-F701-C257-A4F300054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E9BD3B27-674F-F7FD-5EF2-7D4D94CB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9518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C69DB60-A201-ECEB-8693-B597FDE71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6B294132-FC41-B794-F5B3-C10CFEC28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0BBA79A-9FD8-DD67-612B-779948FF9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A04A5C6-4FCF-4ABB-6EF4-D7B55814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EF4E7C1-20F5-390B-EFFF-9CA1C27B8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4728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E3AF8B5-7FA3-3927-AF9C-3C77797B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92E136B9-9024-A284-80F9-8D9CC8708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86EF50BD-E3E5-C231-CF45-165DBACAE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19AB3B22-F53D-340F-2FA7-EB363BDD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6FC86464-6C1C-9C89-9AEB-BE6BC47C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C331FB3A-16B6-6DFC-CC87-51B9E33B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27301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C550010-DD60-7201-3196-4F247238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10F9A0E8-D298-E4FD-E0CA-8A04F9A45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36C189C9-E649-D40B-1756-61D607C2A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B4458611-0F7F-7B12-D08E-D5C516CEC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754B8D8F-67B4-6365-3198-3FCC4F332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B39EF14F-1758-C5C7-4A7A-0AEF628B2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87FCB160-C3DD-BC78-9702-B079A931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D753F570-1721-94BC-0A67-70D589861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7135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DDA6DBC-E311-EDCF-AC12-EEF49D48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FA1D042B-F27B-2C4F-D770-D0768D9AE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B5F1C48-AD07-CB23-13C7-A1603CA8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83794013-34E9-C63D-CA91-F9940F65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42841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30BBB87D-1394-94CB-E66E-EEB098A9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9C7FB59C-CF9C-BAB3-0F9D-E8575AD43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46F3AD8A-FA89-5D93-25F7-439B8750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0144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4F013A0-D87D-171F-714E-06BC73708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C99688C5-BA81-6A8F-315E-EBED1C63B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334C989E-90FF-7FFB-646F-B737FB39D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687ABA53-A6E8-26A0-66F7-E3E8AD4F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7C4395A2-4426-DBD4-5E1D-3F65C7DC3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3EDE6C36-DFDC-F948-20E7-4FAE11CD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9016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1DF594F-01C0-1B9A-7098-CD621D0D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4FF2E888-9709-2EAF-F6F8-DB73B231DEE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C7C162F6-3A9F-36A5-BE29-AD36F9D60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248D806F-7DC4-D156-511E-EAC4955F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ED442F7A-DF74-C5EF-7435-4BD62DB4C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B6694290-8DCE-EBD4-E55C-53434098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0815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2545C90-F64B-E022-B252-8C0B0074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D711E015-C8C5-56C7-C2F4-3C2A04E09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C3EA909-CF00-4662-B282-D9153E7D8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FE8E16AA-8B73-8A39-8AAF-AE59C084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FE6FFD5-508A-6E24-F93D-C35E52FF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0836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E3527372-FB95-22A4-1738-0C1BC15F7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95373231-027E-CDC6-D7CE-ECC181344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A778FFB-F42A-01A1-61DA-CC585835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19637E2-214E-5605-E8BE-5D464ADB1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11B47BE-2675-C8CF-134D-10F6A31B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50473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E41209B3-7438-BF4D-BC41-DD7FDE11F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41F788F9-B33D-DDC6-24F9-FAFFAC762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7B36453-FCF8-9707-AD0D-0DDEEAACE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FFE97-298F-4B7F-AB5D-F0CDAC53CDA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C7E58649-A553-9342-15FB-55F329A64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B912764-2242-B576-C3F8-11A3E40B2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32A28-71C2-428F-B973-123AFD4E71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5706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C7D36DB2-21A9-6BFE-AF8F-3275CA57F98D}"/>
              </a:ext>
            </a:extLst>
          </p:cNvPr>
          <p:cNvSpPr/>
          <p:nvPr/>
        </p:nvSpPr>
        <p:spPr>
          <a:xfrm>
            <a:off x="4961326" y="231057"/>
            <a:ext cx="1502430" cy="3883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เริ่มต้น</a:t>
            </a:r>
          </a:p>
        </p:txBody>
      </p:sp>
      <p:cxnSp>
        <p:nvCxnSpPr>
          <p:cNvPr id="10" name="ลูกศรเชื่อมต่อแบบตรง 9">
            <a:extLst>
              <a:ext uri="{FF2B5EF4-FFF2-40B4-BE49-F238E27FC236}">
                <a16:creationId xmlns:a16="http://schemas.microsoft.com/office/drawing/2014/main" id="{08CFE93E-5E66-3829-ABE7-45F2103A54A8}"/>
              </a:ext>
            </a:extLst>
          </p:cNvPr>
          <p:cNvCxnSpPr>
            <a:cxnSpLocks/>
          </p:cNvCxnSpPr>
          <p:nvPr/>
        </p:nvCxnSpPr>
        <p:spPr>
          <a:xfrm>
            <a:off x="5712541" y="619431"/>
            <a:ext cx="0" cy="405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403E4DBC-01B4-B2B1-20C5-83771E04FE31}"/>
              </a:ext>
            </a:extLst>
          </p:cNvPr>
          <p:cNvSpPr/>
          <p:nvPr/>
        </p:nvSpPr>
        <p:spPr>
          <a:xfrm>
            <a:off x="4827106" y="1025062"/>
            <a:ext cx="1770870" cy="3588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สอบประมวลผล</a:t>
            </a:r>
          </a:p>
        </p:txBody>
      </p:sp>
      <p:cxnSp>
        <p:nvCxnSpPr>
          <p:cNvPr id="13" name="ลูกศรเชื่อมต่อแบบตรง 12">
            <a:extLst>
              <a:ext uri="{FF2B5EF4-FFF2-40B4-BE49-F238E27FC236}">
                <a16:creationId xmlns:a16="http://schemas.microsoft.com/office/drawing/2014/main" id="{8D888DE2-C257-B0B9-3B96-DD951153D533}"/>
              </a:ext>
            </a:extLst>
          </p:cNvPr>
          <p:cNvCxnSpPr>
            <a:cxnSpLocks/>
          </p:cNvCxnSpPr>
          <p:nvPr/>
        </p:nvCxnSpPr>
        <p:spPr>
          <a:xfrm>
            <a:off x="5732205" y="1383941"/>
            <a:ext cx="0" cy="355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แผนผังลําดับงาน: ข้อมูล 14">
            <a:extLst>
              <a:ext uri="{FF2B5EF4-FFF2-40B4-BE49-F238E27FC236}">
                <a16:creationId xmlns:a16="http://schemas.microsoft.com/office/drawing/2014/main" id="{2DE07319-60B8-5B21-109D-24928044702C}"/>
              </a:ext>
            </a:extLst>
          </p:cNvPr>
          <p:cNvSpPr/>
          <p:nvPr/>
        </p:nvSpPr>
        <p:spPr>
          <a:xfrm>
            <a:off x="4084795" y="1720011"/>
            <a:ext cx="3022044" cy="388428"/>
          </a:xfrm>
          <a:prstGeom prst="flowChartInputOutpu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/>
              <a:t>ตัวเลขระดับคะแนน</a:t>
            </a:r>
          </a:p>
        </p:txBody>
      </p:sp>
      <p:cxnSp>
        <p:nvCxnSpPr>
          <p:cNvPr id="17" name="ลูกศรเชื่อมต่อแบบตรง 16">
            <a:extLst>
              <a:ext uri="{FF2B5EF4-FFF2-40B4-BE49-F238E27FC236}">
                <a16:creationId xmlns:a16="http://schemas.microsoft.com/office/drawing/2014/main" id="{FB9A5FA9-A340-F656-5F94-20E30CDB4D34}"/>
              </a:ext>
            </a:extLst>
          </p:cNvPr>
          <p:cNvCxnSpPr>
            <a:cxnSpLocks/>
          </p:cNvCxnSpPr>
          <p:nvPr/>
        </p:nvCxnSpPr>
        <p:spPr>
          <a:xfrm>
            <a:off x="5738549" y="2108439"/>
            <a:ext cx="0" cy="358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ข้าวหลามตัด 18">
            <a:extLst>
              <a:ext uri="{FF2B5EF4-FFF2-40B4-BE49-F238E27FC236}">
                <a16:creationId xmlns:a16="http://schemas.microsoft.com/office/drawing/2014/main" id="{BD373A95-8E16-1B08-E107-FB0259A06998}"/>
              </a:ext>
            </a:extLst>
          </p:cNvPr>
          <p:cNvSpPr/>
          <p:nvPr/>
        </p:nvSpPr>
        <p:spPr>
          <a:xfrm>
            <a:off x="4553468" y="2474167"/>
            <a:ext cx="2382363" cy="776748"/>
          </a:xfrm>
          <a:prstGeom prst="diamon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Score &gt;=50</a:t>
            </a:r>
            <a:endParaRPr lang="th-TH" sz="1600" dirty="0"/>
          </a:p>
        </p:txBody>
      </p:sp>
      <p:cxnSp>
        <p:nvCxnSpPr>
          <p:cNvPr id="31" name="ตัวเชื่อมต่อ: หักมุม 30">
            <a:extLst>
              <a:ext uri="{FF2B5EF4-FFF2-40B4-BE49-F238E27FC236}">
                <a16:creationId xmlns:a16="http://schemas.microsoft.com/office/drawing/2014/main" id="{5710E7F6-0D26-20B5-DEB4-6FD868C51CCB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 flipV="1">
            <a:off x="4186970" y="2862541"/>
            <a:ext cx="366499" cy="3883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กล่องข้อความ 31">
            <a:extLst>
              <a:ext uri="{FF2B5EF4-FFF2-40B4-BE49-F238E27FC236}">
                <a16:creationId xmlns:a16="http://schemas.microsoft.com/office/drawing/2014/main" id="{DD227D58-20D1-9A57-2306-5321D295E300}"/>
              </a:ext>
            </a:extLst>
          </p:cNvPr>
          <p:cNvSpPr txBox="1"/>
          <p:nvPr/>
        </p:nvSpPr>
        <p:spPr>
          <a:xfrm>
            <a:off x="3458219" y="2593898"/>
            <a:ext cx="171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Score&lt;=50</a:t>
            </a:r>
            <a:endParaRPr lang="th-TH" sz="1800" dirty="0"/>
          </a:p>
        </p:txBody>
      </p:sp>
      <p:sp>
        <p:nvSpPr>
          <p:cNvPr id="33" name="กล่องข้อความ 32">
            <a:extLst>
              <a:ext uri="{FF2B5EF4-FFF2-40B4-BE49-F238E27FC236}">
                <a16:creationId xmlns:a16="http://schemas.microsoft.com/office/drawing/2014/main" id="{3567D758-784D-3F5A-0DDB-424C295A27B7}"/>
              </a:ext>
            </a:extLst>
          </p:cNvPr>
          <p:cNvSpPr txBox="1"/>
          <p:nvPr/>
        </p:nvSpPr>
        <p:spPr>
          <a:xfrm>
            <a:off x="6778749" y="2524751"/>
            <a:ext cx="125233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Score&gt;=50</a:t>
            </a:r>
            <a:endParaRPr lang="th-TH" sz="1800" dirty="0"/>
          </a:p>
          <a:p>
            <a:endParaRPr lang="th-TH" dirty="0"/>
          </a:p>
        </p:txBody>
      </p:sp>
      <p:sp>
        <p:nvSpPr>
          <p:cNvPr id="46" name="สี่เหลี่ยมผืนผ้า: มุมมน 45">
            <a:extLst>
              <a:ext uri="{FF2B5EF4-FFF2-40B4-BE49-F238E27FC236}">
                <a16:creationId xmlns:a16="http://schemas.microsoft.com/office/drawing/2014/main" id="{DD160EE2-53D1-FEA1-CC2D-CF885B1F4F99}"/>
              </a:ext>
            </a:extLst>
          </p:cNvPr>
          <p:cNvSpPr/>
          <p:nvPr/>
        </p:nvSpPr>
        <p:spPr>
          <a:xfrm>
            <a:off x="3492957" y="3248803"/>
            <a:ext cx="1343609" cy="42745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bg1"/>
                </a:solidFill>
              </a:rPr>
              <a:t>ไม่ผ่าน</a:t>
            </a:r>
          </a:p>
        </p:txBody>
      </p:sp>
      <p:sp>
        <p:nvSpPr>
          <p:cNvPr id="51" name="สี่เหลี่ยมผืนผ้า: มุมมน 50">
            <a:extLst>
              <a:ext uri="{FF2B5EF4-FFF2-40B4-BE49-F238E27FC236}">
                <a16:creationId xmlns:a16="http://schemas.microsoft.com/office/drawing/2014/main" id="{1050213D-CBB8-9A96-75FE-7F6617866222}"/>
              </a:ext>
            </a:extLst>
          </p:cNvPr>
          <p:cNvSpPr/>
          <p:nvPr/>
        </p:nvSpPr>
        <p:spPr>
          <a:xfrm>
            <a:off x="6778749" y="3248801"/>
            <a:ext cx="1343609" cy="427456"/>
          </a:xfrm>
          <a:prstGeom prst="roundRect">
            <a:avLst/>
          </a:prstGeom>
          <a:solidFill>
            <a:schemeClr val="accent3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bg1"/>
                </a:solidFill>
              </a:rPr>
              <a:t>ผ่าน</a:t>
            </a:r>
          </a:p>
        </p:txBody>
      </p:sp>
      <p:cxnSp>
        <p:nvCxnSpPr>
          <p:cNvPr id="64" name="ตัวเชื่อมต่อ: หักมุม 63">
            <a:extLst>
              <a:ext uri="{FF2B5EF4-FFF2-40B4-BE49-F238E27FC236}">
                <a16:creationId xmlns:a16="http://schemas.microsoft.com/office/drawing/2014/main" id="{6303B9E1-AB62-4526-F64A-580FFA448419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6935831" y="2862541"/>
            <a:ext cx="366498" cy="3883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ตัวเชื่อมต่อ: หักมุม 67">
            <a:extLst>
              <a:ext uri="{FF2B5EF4-FFF2-40B4-BE49-F238E27FC236}">
                <a16:creationId xmlns:a16="http://schemas.microsoft.com/office/drawing/2014/main" id="{CBC84EA1-9ADD-A636-E46D-F712425F4869}"/>
              </a:ext>
            </a:extLst>
          </p:cNvPr>
          <p:cNvCxnSpPr>
            <a:stCxn id="46" idx="2"/>
          </p:cNvCxnSpPr>
          <p:nvPr/>
        </p:nvCxnSpPr>
        <p:spPr>
          <a:xfrm rot="16200000" flipH="1">
            <a:off x="5679331" y="2161690"/>
            <a:ext cx="363896" cy="339303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ตัวเชื่อมต่อตรง 69">
            <a:extLst>
              <a:ext uri="{FF2B5EF4-FFF2-40B4-BE49-F238E27FC236}">
                <a16:creationId xmlns:a16="http://schemas.microsoft.com/office/drawing/2014/main" id="{C0C6DB81-FF7B-1602-F8BB-70CE9137A718}"/>
              </a:ext>
            </a:extLst>
          </p:cNvPr>
          <p:cNvCxnSpPr>
            <a:cxnSpLocks/>
          </p:cNvCxnSpPr>
          <p:nvPr/>
        </p:nvCxnSpPr>
        <p:spPr>
          <a:xfrm flipV="1">
            <a:off x="7548465" y="3690255"/>
            <a:ext cx="0" cy="349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ตัวเชื่อมต่อตรง 79">
            <a:extLst>
              <a:ext uri="{FF2B5EF4-FFF2-40B4-BE49-F238E27FC236}">
                <a16:creationId xmlns:a16="http://schemas.microsoft.com/office/drawing/2014/main" id="{DB501546-9CEA-6F2D-B164-C5D1F3EE468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744650" y="3250915"/>
            <a:ext cx="0" cy="439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ตัวเชื่อมต่อตรง 81">
            <a:extLst>
              <a:ext uri="{FF2B5EF4-FFF2-40B4-BE49-F238E27FC236}">
                <a16:creationId xmlns:a16="http://schemas.microsoft.com/office/drawing/2014/main" id="{27E1C8D0-A7BB-75F7-1926-DAE545CAA7E4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5744649" y="3676257"/>
            <a:ext cx="17059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ตัวเชื่อมต่อตรง 83">
            <a:extLst>
              <a:ext uri="{FF2B5EF4-FFF2-40B4-BE49-F238E27FC236}">
                <a16:creationId xmlns:a16="http://schemas.microsoft.com/office/drawing/2014/main" id="{C40FDC33-3D25-6AB0-2BEE-25AE17A0B83B}"/>
              </a:ext>
            </a:extLst>
          </p:cNvPr>
          <p:cNvCxnSpPr/>
          <p:nvPr/>
        </p:nvCxnSpPr>
        <p:spPr>
          <a:xfrm>
            <a:off x="7557796" y="3690255"/>
            <a:ext cx="1215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ลูกศรเชื่อมต่อแบบตรง 88">
            <a:extLst>
              <a:ext uri="{FF2B5EF4-FFF2-40B4-BE49-F238E27FC236}">
                <a16:creationId xmlns:a16="http://schemas.microsoft.com/office/drawing/2014/main" id="{4DDACC16-B705-96BC-265A-45E0C9765234}"/>
              </a:ext>
            </a:extLst>
          </p:cNvPr>
          <p:cNvCxnSpPr/>
          <p:nvPr/>
        </p:nvCxnSpPr>
        <p:spPr>
          <a:xfrm>
            <a:off x="8773353" y="3690255"/>
            <a:ext cx="0" cy="629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ข้าวหลามตัด 89">
            <a:extLst>
              <a:ext uri="{FF2B5EF4-FFF2-40B4-BE49-F238E27FC236}">
                <a16:creationId xmlns:a16="http://schemas.microsoft.com/office/drawing/2014/main" id="{E9CD761D-04CD-8859-B53B-D19ABF98AF7A}"/>
              </a:ext>
            </a:extLst>
          </p:cNvPr>
          <p:cNvSpPr/>
          <p:nvPr/>
        </p:nvSpPr>
        <p:spPr>
          <a:xfrm>
            <a:off x="7766291" y="4329403"/>
            <a:ext cx="2014124" cy="541174"/>
          </a:xfrm>
          <a:prstGeom prst="diamond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Score&gt;=75</a:t>
            </a:r>
            <a:endParaRPr lang="th-TH" sz="1400" dirty="0"/>
          </a:p>
        </p:txBody>
      </p:sp>
      <p:cxnSp>
        <p:nvCxnSpPr>
          <p:cNvPr id="92" name="ลูกศรเชื่อมต่อแบบตรง 91">
            <a:extLst>
              <a:ext uri="{FF2B5EF4-FFF2-40B4-BE49-F238E27FC236}">
                <a16:creationId xmlns:a16="http://schemas.microsoft.com/office/drawing/2014/main" id="{B1427821-B6CB-F041-DA30-5BE8443D2755}"/>
              </a:ext>
            </a:extLst>
          </p:cNvPr>
          <p:cNvCxnSpPr>
            <a:stCxn id="90" idx="1"/>
          </p:cNvCxnSpPr>
          <p:nvPr/>
        </p:nvCxnSpPr>
        <p:spPr>
          <a:xfrm flipH="1" flipV="1">
            <a:off x="5595817" y="4590661"/>
            <a:ext cx="2170474" cy="9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ข้าวหลามตัด 93">
            <a:extLst>
              <a:ext uri="{FF2B5EF4-FFF2-40B4-BE49-F238E27FC236}">
                <a16:creationId xmlns:a16="http://schemas.microsoft.com/office/drawing/2014/main" id="{ECB1056A-1895-518C-488E-00AD47AFA099}"/>
              </a:ext>
            </a:extLst>
          </p:cNvPr>
          <p:cNvSpPr/>
          <p:nvPr/>
        </p:nvSpPr>
        <p:spPr>
          <a:xfrm>
            <a:off x="3581693" y="4310744"/>
            <a:ext cx="2014124" cy="541174"/>
          </a:xfrm>
          <a:prstGeom prst="diamond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Score&gt;=80</a:t>
            </a:r>
            <a:endParaRPr lang="th-TH" sz="1400" dirty="0"/>
          </a:p>
        </p:txBody>
      </p:sp>
      <p:cxnSp>
        <p:nvCxnSpPr>
          <p:cNvPr id="96" name="ลูกศรเชื่อมต่อแบบตรง 95">
            <a:extLst>
              <a:ext uri="{FF2B5EF4-FFF2-40B4-BE49-F238E27FC236}">
                <a16:creationId xmlns:a16="http://schemas.microsoft.com/office/drawing/2014/main" id="{28A8EE15-D98F-7D95-AB4E-6334D3C515E7}"/>
              </a:ext>
            </a:extLst>
          </p:cNvPr>
          <p:cNvCxnSpPr>
            <a:stCxn id="94" idx="1"/>
          </p:cNvCxnSpPr>
          <p:nvPr/>
        </p:nvCxnSpPr>
        <p:spPr>
          <a:xfrm flipH="1">
            <a:off x="2817845" y="4581331"/>
            <a:ext cx="7638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สี่เหลี่ยมผืนผ้า: มุมมน 96">
            <a:extLst>
              <a:ext uri="{FF2B5EF4-FFF2-40B4-BE49-F238E27FC236}">
                <a16:creationId xmlns:a16="http://schemas.microsoft.com/office/drawing/2014/main" id="{5DD4AD04-DA37-8405-7946-AD361686EC00}"/>
              </a:ext>
            </a:extLst>
          </p:cNvPr>
          <p:cNvSpPr/>
          <p:nvPr/>
        </p:nvSpPr>
        <p:spPr>
          <a:xfrm>
            <a:off x="1581544" y="4427374"/>
            <a:ext cx="1212979" cy="41054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bg1"/>
                </a:solidFill>
              </a:rPr>
              <a:t>ดีเลิศ</a:t>
            </a:r>
          </a:p>
        </p:txBody>
      </p:sp>
      <p:cxnSp>
        <p:nvCxnSpPr>
          <p:cNvPr id="101" name="ตัวเชื่อมต่อตรง 100">
            <a:extLst>
              <a:ext uri="{FF2B5EF4-FFF2-40B4-BE49-F238E27FC236}">
                <a16:creationId xmlns:a16="http://schemas.microsoft.com/office/drawing/2014/main" id="{2C4B10D8-FC3D-0A53-8DA2-3611EEAC6444}"/>
              </a:ext>
            </a:extLst>
          </p:cNvPr>
          <p:cNvCxnSpPr>
            <a:cxnSpLocks/>
            <a:stCxn id="97" idx="2"/>
          </p:cNvCxnSpPr>
          <p:nvPr/>
        </p:nvCxnSpPr>
        <p:spPr>
          <a:xfrm flipH="1">
            <a:off x="2188033" y="4837919"/>
            <a:ext cx="1" cy="513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ตัวเชื่อมต่อตรง 102">
            <a:extLst>
              <a:ext uri="{FF2B5EF4-FFF2-40B4-BE49-F238E27FC236}">
                <a16:creationId xmlns:a16="http://schemas.microsoft.com/office/drawing/2014/main" id="{E2312421-A18B-CF46-20BA-FFB0FFFE74ED}"/>
              </a:ext>
            </a:extLst>
          </p:cNvPr>
          <p:cNvCxnSpPr/>
          <p:nvPr/>
        </p:nvCxnSpPr>
        <p:spPr>
          <a:xfrm>
            <a:off x="2211355" y="5309118"/>
            <a:ext cx="3884645" cy="839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ลูกศรเชื่อมต่อแบบตรง 104">
            <a:extLst>
              <a:ext uri="{FF2B5EF4-FFF2-40B4-BE49-F238E27FC236}">
                <a16:creationId xmlns:a16="http://schemas.microsoft.com/office/drawing/2014/main" id="{F1959B87-E72A-1E77-B4DE-53B0BF5368B1}"/>
              </a:ext>
            </a:extLst>
          </p:cNvPr>
          <p:cNvCxnSpPr>
            <a:cxnSpLocks/>
          </p:cNvCxnSpPr>
          <p:nvPr/>
        </p:nvCxnSpPr>
        <p:spPr>
          <a:xfrm>
            <a:off x="6096000" y="5393094"/>
            <a:ext cx="0" cy="480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ลูกศรเชื่อมต่อแบบตรง 107">
            <a:extLst>
              <a:ext uri="{FF2B5EF4-FFF2-40B4-BE49-F238E27FC236}">
                <a16:creationId xmlns:a16="http://schemas.microsoft.com/office/drawing/2014/main" id="{B0217A74-CD9A-0431-A836-DFB936909986}"/>
              </a:ext>
            </a:extLst>
          </p:cNvPr>
          <p:cNvCxnSpPr/>
          <p:nvPr/>
        </p:nvCxnSpPr>
        <p:spPr>
          <a:xfrm>
            <a:off x="8795389" y="4861247"/>
            <a:ext cx="0" cy="5225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สี่เหลี่ยมผืนผ้า: มุมมน 108">
            <a:extLst>
              <a:ext uri="{FF2B5EF4-FFF2-40B4-BE49-F238E27FC236}">
                <a16:creationId xmlns:a16="http://schemas.microsoft.com/office/drawing/2014/main" id="{6D956CB4-DD03-2F42-D557-585816573228}"/>
              </a:ext>
            </a:extLst>
          </p:cNvPr>
          <p:cNvSpPr/>
          <p:nvPr/>
        </p:nvSpPr>
        <p:spPr>
          <a:xfrm>
            <a:off x="8165574" y="5383762"/>
            <a:ext cx="1259627" cy="48052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ดีเยี่ยม</a:t>
            </a:r>
          </a:p>
        </p:txBody>
      </p:sp>
      <p:sp>
        <p:nvSpPr>
          <p:cNvPr id="110" name="สี่เหลี่ยมผืนผ้า 109">
            <a:extLst>
              <a:ext uri="{FF2B5EF4-FFF2-40B4-BE49-F238E27FC236}">
                <a16:creationId xmlns:a16="http://schemas.microsoft.com/office/drawing/2014/main" id="{4A8BA6EB-3077-2661-D9D1-E661D5F08010}"/>
              </a:ext>
            </a:extLst>
          </p:cNvPr>
          <p:cNvSpPr/>
          <p:nvPr/>
        </p:nvSpPr>
        <p:spPr>
          <a:xfrm>
            <a:off x="5176494" y="5873621"/>
            <a:ext cx="1807049" cy="39188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ประกาศผลสอบ</a:t>
            </a:r>
          </a:p>
        </p:txBody>
      </p:sp>
      <p:cxnSp>
        <p:nvCxnSpPr>
          <p:cNvPr id="112" name="ตัวเชื่อมต่อ: หักมุม 111">
            <a:extLst>
              <a:ext uri="{FF2B5EF4-FFF2-40B4-BE49-F238E27FC236}">
                <a16:creationId xmlns:a16="http://schemas.microsoft.com/office/drawing/2014/main" id="{4D6F0341-FD51-0929-9A65-BB65DEC0BA41}"/>
              </a:ext>
            </a:extLst>
          </p:cNvPr>
          <p:cNvCxnSpPr>
            <a:stCxn id="109" idx="2"/>
            <a:endCxn id="110" idx="3"/>
          </p:cNvCxnSpPr>
          <p:nvPr/>
        </p:nvCxnSpPr>
        <p:spPr>
          <a:xfrm rot="5400000">
            <a:off x="7786828" y="5061005"/>
            <a:ext cx="205277" cy="181184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ลูกศรเชื่อมต่อแบบตรง 113">
            <a:extLst>
              <a:ext uri="{FF2B5EF4-FFF2-40B4-BE49-F238E27FC236}">
                <a16:creationId xmlns:a16="http://schemas.microsoft.com/office/drawing/2014/main" id="{09F8312C-FDC8-C9F7-6FB2-0C2DEDBD6C38}"/>
              </a:ext>
            </a:extLst>
          </p:cNvPr>
          <p:cNvCxnSpPr>
            <a:stCxn id="110" idx="1"/>
          </p:cNvCxnSpPr>
          <p:nvPr/>
        </p:nvCxnSpPr>
        <p:spPr>
          <a:xfrm flipH="1" flipV="1">
            <a:off x="4164761" y="6069565"/>
            <a:ext cx="101173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แผนผังลำดับงาน: สิ้นสุด 114">
            <a:extLst>
              <a:ext uri="{FF2B5EF4-FFF2-40B4-BE49-F238E27FC236}">
                <a16:creationId xmlns:a16="http://schemas.microsoft.com/office/drawing/2014/main" id="{42336342-FAE6-CAAF-AF3D-A93909D87F1F}"/>
              </a:ext>
            </a:extLst>
          </p:cNvPr>
          <p:cNvSpPr/>
          <p:nvPr/>
        </p:nvSpPr>
        <p:spPr>
          <a:xfrm>
            <a:off x="2749094" y="5880616"/>
            <a:ext cx="1418250" cy="480527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  <a:endParaRPr lang="th-TH" dirty="0"/>
          </a:p>
        </p:txBody>
      </p:sp>
      <p:sp>
        <p:nvSpPr>
          <p:cNvPr id="117" name="กล่องข้อความ 116">
            <a:extLst>
              <a:ext uri="{FF2B5EF4-FFF2-40B4-BE49-F238E27FC236}">
                <a16:creationId xmlns:a16="http://schemas.microsoft.com/office/drawing/2014/main" id="{40712A53-DA62-57E7-3935-B30A62732E2C}"/>
              </a:ext>
            </a:extLst>
          </p:cNvPr>
          <p:cNvSpPr txBox="1"/>
          <p:nvPr/>
        </p:nvSpPr>
        <p:spPr>
          <a:xfrm>
            <a:off x="7228893" y="4954555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Score&gt;=75</a:t>
            </a:r>
            <a:endParaRPr lang="th-TH" sz="1400" dirty="0"/>
          </a:p>
        </p:txBody>
      </p:sp>
      <p:sp>
        <p:nvSpPr>
          <p:cNvPr id="119" name="กล่องข้อความ 118">
            <a:extLst>
              <a:ext uri="{FF2B5EF4-FFF2-40B4-BE49-F238E27FC236}">
                <a16:creationId xmlns:a16="http://schemas.microsoft.com/office/drawing/2014/main" id="{075A4A9A-002B-582E-D5D5-AB6B78F0B1DC}"/>
              </a:ext>
            </a:extLst>
          </p:cNvPr>
          <p:cNvSpPr txBox="1"/>
          <p:nvPr/>
        </p:nvSpPr>
        <p:spPr>
          <a:xfrm>
            <a:off x="0" y="4133591"/>
            <a:ext cx="6662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Score&gt;=80</a:t>
            </a:r>
            <a:endParaRPr lang="th-TH" sz="1400" dirty="0"/>
          </a:p>
        </p:txBody>
      </p:sp>
    </p:spTree>
    <p:extLst>
      <p:ext uri="{BB962C8B-B14F-4D97-AF65-F5344CB8AC3E}">
        <p14:creationId xmlns:p14="http://schemas.microsoft.com/office/powerpoint/2010/main" val="382784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วงรี 1">
            <a:extLst>
              <a:ext uri="{FF2B5EF4-FFF2-40B4-BE49-F238E27FC236}">
                <a16:creationId xmlns:a16="http://schemas.microsoft.com/office/drawing/2014/main" id="{CE67B47F-A0E4-8A88-2711-C42807408E04}"/>
              </a:ext>
            </a:extLst>
          </p:cNvPr>
          <p:cNvSpPr/>
          <p:nvPr/>
        </p:nvSpPr>
        <p:spPr>
          <a:xfrm>
            <a:off x="639096" y="383459"/>
            <a:ext cx="1465006" cy="58010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รหัสนศ.</a:t>
            </a:r>
          </a:p>
        </p:txBody>
      </p:sp>
      <p:sp>
        <p:nvSpPr>
          <p:cNvPr id="4" name="วงรี 3">
            <a:extLst>
              <a:ext uri="{FF2B5EF4-FFF2-40B4-BE49-F238E27FC236}">
                <a16:creationId xmlns:a16="http://schemas.microsoft.com/office/drawing/2014/main" id="{8FE4047E-D7AF-A940-F94D-1E6BC5851EED}"/>
              </a:ext>
            </a:extLst>
          </p:cNvPr>
          <p:cNvSpPr/>
          <p:nvPr/>
        </p:nvSpPr>
        <p:spPr>
          <a:xfrm>
            <a:off x="172065" y="1278191"/>
            <a:ext cx="1676400" cy="58010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คณะวิชา </a:t>
            </a:r>
          </a:p>
        </p:txBody>
      </p:sp>
      <p:sp>
        <p:nvSpPr>
          <p:cNvPr id="6" name="วงรี 5">
            <a:extLst>
              <a:ext uri="{FF2B5EF4-FFF2-40B4-BE49-F238E27FC236}">
                <a16:creationId xmlns:a16="http://schemas.microsoft.com/office/drawing/2014/main" id="{DCEF33B2-0305-87EA-3DC6-A9A7C1A3F6EE}"/>
              </a:ext>
            </a:extLst>
          </p:cNvPr>
          <p:cNvSpPr/>
          <p:nvPr/>
        </p:nvSpPr>
        <p:spPr>
          <a:xfrm rot="758497">
            <a:off x="2540315" y="313315"/>
            <a:ext cx="1653730" cy="58010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ชื่อสกุล</a:t>
            </a:r>
            <a:r>
              <a:rPr lang="en-US" dirty="0"/>
              <a:t>T</a:t>
            </a:r>
            <a:endParaRPr lang="th-TH" dirty="0"/>
          </a:p>
        </p:txBody>
      </p:sp>
      <p:sp>
        <p:nvSpPr>
          <p:cNvPr id="8" name="วงรี 7">
            <a:extLst>
              <a:ext uri="{FF2B5EF4-FFF2-40B4-BE49-F238E27FC236}">
                <a16:creationId xmlns:a16="http://schemas.microsoft.com/office/drawing/2014/main" id="{B5CA5AE6-B1C4-060F-C85A-AEFBF2B24DD4}"/>
              </a:ext>
            </a:extLst>
          </p:cNvPr>
          <p:cNvSpPr/>
          <p:nvPr/>
        </p:nvSpPr>
        <p:spPr>
          <a:xfrm rot="280806">
            <a:off x="3671077" y="1208626"/>
            <a:ext cx="1728879" cy="58010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สาขาวิชา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A65E2A59-3239-3119-B859-A30FE8ADFAC6}"/>
              </a:ext>
            </a:extLst>
          </p:cNvPr>
          <p:cNvSpPr/>
          <p:nvPr/>
        </p:nvSpPr>
        <p:spPr>
          <a:xfrm>
            <a:off x="2104102" y="1779636"/>
            <a:ext cx="1465006" cy="580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นักศึกษา</a:t>
            </a:r>
          </a:p>
        </p:txBody>
      </p:sp>
      <p:cxnSp>
        <p:nvCxnSpPr>
          <p:cNvPr id="11" name="ตัวเชื่อมต่อตรง 10">
            <a:extLst>
              <a:ext uri="{FF2B5EF4-FFF2-40B4-BE49-F238E27FC236}">
                <a16:creationId xmlns:a16="http://schemas.microsoft.com/office/drawing/2014/main" id="{E3917113-CD9D-FF68-3220-1F8E75E802D9}"/>
              </a:ext>
            </a:extLst>
          </p:cNvPr>
          <p:cNvCxnSpPr/>
          <p:nvPr/>
        </p:nvCxnSpPr>
        <p:spPr>
          <a:xfrm>
            <a:off x="914400" y="771833"/>
            <a:ext cx="9340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ตัวเชื่อมต่อตรง 12">
            <a:extLst>
              <a:ext uri="{FF2B5EF4-FFF2-40B4-BE49-F238E27FC236}">
                <a16:creationId xmlns:a16="http://schemas.microsoft.com/office/drawing/2014/main" id="{F8B6F428-3061-8BE0-9A39-60B0A5B6DA62}"/>
              </a:ext>
            </a:extLst>
          </p:cNvPr>
          <p:cNvCxnSpPr>
            <a:stCxn id="9" idx="0"/>
            <a:endCxn id="2" idx="5"/>
          </p:cNvCxnSpPr>
          <p:nvPr/>
        </p:nvCxnSpPr>
        <p:spPr>
          <a:xfrm flipH="1" flipV="1">
            <a:off x="1889557" y="878608"/>
            <a:ext cx="947048" cy="901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ตัวเชื่อมต่อตรง 14">
            <a:extLst>
              <a:ext uri="{FF2B5EF4-FFF2-40B4-BE49-F238E27FC236}">
                <a16:creationId xmlns:a16="http://schemas.microsoft.com/office/drawing/2014/main" id="{DA39F4C2-53E0-3901-6506-1B91EE198B4A}"/>
              </a:ext>
            </a:extLst>
          </p:cNvPr>
          <p:cNvCxnSpPr>
            <a:stCxn id="9" idx="0"/>
            <a:endCxn id="6" idx="4"/>
          </p:cNvCxnSpPr>
          <p:nvPr/>
        </p:nvCxnSpPr>
        <p:spPr>
          <a:xfrm flipV="1">
            <a:off x="2836605" y="886387"/>
            <a:ext cx="467097" cy="8932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ตัวเชื่อมต่อตรง 16">
            <a:extLst>
              <a:ext uri="{FF2B5EF4-FFF2-40B4-BE49-F238E27FC236}">
                <a16:creationId xmlns:a16="http://schemas.microsoft.com/office/drawing/2014/main" id="{AF1F6731-E87D-D6AD-97B1-402ADFDCA8B2}"/>
              </a:ext>
            </a:extLst>
          </p:cNvPr>
          <p:cNvCxnSpPr>
            <a:stCxn id="9" idx="0"/>
            <a:endCxn id="8" idx="3"/>
          </p:cNvCxnSpPr>
          <p:nvPr/>
        </p:nvCxnSpPr>
        <p:spPr>
          <a:xfrm flipV="1">
            <a:off x="2836605" y="1653218"/>
            <a:ext cx="1072964" cy="1264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ตัวเชื่อมต่อตรง 18">
            <a:extLst>
              <a:ext uri="{FF2B5EF4-FFF2-40B4-BE49-F238E27FC236}">
                <a16:creationId xmlns:a16="http://schemas.microsoft.com/office/drawing/2014/main" id="{D5798F61-CB2A-1259-CF78-862D4C7C1EA6}"/>
              </a:ext>
            </a:extLst>
          </p:cNvPr>
          <p:cNvCxnSpPr>
            <a:stCxn id="9" idx="0"/>
            <a:endCxn id="4" idx="6"/>
          </p:cNvCxnSpPr>
          <p:nvPr/>
        </p:nvCxnSpPr>
        <p:spPr>
          <a:xfrm flipH="1" flipV="1">
            <a:off x="1848465" y="1568243"/>
            <a:ext cx="988140" cy="2113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ตัวเชื่อมต่อ: หักมุม 20">
            <a:extLst>
              <a:ext uri="{FF2B5EF4-FFF2-40B4-BE49-F238E27FC236}">
                <a16:creationId xmlns:a16="http://schemas.microsoft.com/office/drawing/2014/main" id="{9DF6658B-5EF7-3D51-69D0-B9C3CB263A2E}"/>
              </a:ext>
            </a:extLst>
          </p:cNvPr>
          <p:cNvCxnSpPr>
            <a:stCxn id="9" idx="2"/>
          </p:cNvCxnSpPr>
          <p:nvPr/>
        </p:nvCxnSpPr>
        <p:spPr>
          <a:xfrm rot="16200000" flipH="1">
            <a:off x="2567262" y="2629081"/>
            <a:ext cx="1069261" cy="53057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ข้าวหลามตัด 21">
            <a:extLst>
              <a:ext uri="{FF2B5EF4-FFF2-40B4-BE49-F238E27FC236}">
                <a16:creationId xmlns:a16="http://schemas.microsoft.com/office/drawing/2014/main" id="{21912EBF-2BC9-7EDA-E2B3-009C3E2E9ADB}"/>
              </a:ext>
            </a:extLst>
          </p:cNvPr>
          <p:cNvSpPr/>
          <p:nvPr/>
        </p:nvSpPr>
        <p:spPr>
          <a:xfrm>
            <a:off x="3141069" y="3428999"/>
            <a:ext cx="452221" cy="40312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24" name="ตัวเชื่อมต่อ: หักมุม 23">
            <a:extLst>
              <a:ext uri="{FF2B5EF4-FFF2-40B4-BE49-F238E27FC236}">
                <a16:creationId xmlns:a16="http://schemas.microsoft.com/office/drawing/2014/main" id="{D9A0793D-1037-85F2-38EA-3E2BB1752CFE}"/>
              </a:ext>
            </a:extLst>
          </p:cNvPr>
          <p:cNvCxnSpPr>
            <a:stCxn id="22" idx="3"/>
          </p:cNvCxnSpPr>
          <p:nvPr/>
        </p:nvCxnSpPr>
        <p:spPr>
          <a:xfrm>
            <a:off x="3593290" y="3630561"/>
            <a:ext cx="2502710" cy="31217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สี่เหลี่ยมผืนผ้า 24">
            <a:extLst>
              <a:ext uri="{FF2B5EF4-FFF2-40B4-BE49-F238E27FC236}">
                <a16:creationId xmlns:a16="http://schemas.microsoft.com/office/drawing/2014/main" id="{91F23F32-805A-E291-DECC-89AE3BE8300B}"/>
              </a:ext>
            </a:extLst>
          </p:cNvPr>
          <p:cNvSpPr/>
          <p:nvPr/>
        </p:nvSpPr>
        <p:spPr>
          <a:xfrm>
            <a:off x="6096000" y="3693241"/>
            <a:ext cx="1327355" cy="498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รายวิชา</a:t>
            </a:r>
          </a:p>
        </p:txBody>
      </p:sp>
      <p:sp>
        <p:nvSpPr>
          <p:cNvPr id="26" name="วงรี 25">
            <a:extLst>
              <a:ext uri="{FF2B5EF4-FFF2-40B4-BE49-F238E27FC236}">
                <a16:creationId xmlns:a16="http://schemas.microsoft.com/office/drawing/2014/main" id="{188F49B1-200C-4937-8A4D-7CE0DEFEE683}"/>
              </a:ext>
            </a:extLst>
          </p:cNvPr>
          <p:cNvSpPr/>
          <p:nvPr/>
        </p:nvSpPr>
        <p:spPr>
          <a:xfrm>
            <a:off x="4375537" y="2175385"/>
            <a:ext cx="1720645" cy="52971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</a:p>
        </p:txBody>
      </p:sp>
      <p:sp>
        <p:nvSpPr>
          <p:cNvPr id="28" name="วงรี 27">
            <a:extLst>
              <a:ext uri="{FF2B5EF4-FFF2-40B4-BE49-F238E27FC236}">
                <a16:creationId xmlns:a16="http://schemas.microsoft.com/office/drawing/2014/main" id="{595B6660-31ED-BA4A-7499-AD8DF8F20160}"/>
              </a:ext>
            </a:extLst>
          </p:cNvPr>
          <p:cNvSpPr/>
          <p:nvPr/>
        </p:nvSpPr>
        <p:spPr>
          <a:xfrm>
            <a:off x="6700684" y="1932428"/>
            <a:ext cx="1720645" cy="52971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ชื่อรายวิชา</a:t>
            </a:r>
            <a:r>
              <a:rPr lang="en-US" sz="2400" dirty="0"/>
              <a:t>T</a:t>
            </a:r>
            <a:endParaRPr lang="th-TH" sz="2400" dirty="0"/>
          </a:p>
        </p:txBody>
      </p:sp>
      <p:sp>
        <p:nvSpPr>
          <p:cNvPr id="30" name="วงรี 29">
            <a:extLst>
              <a:ext uri="{FF2B5EF4-FFF2-40B4-BE49-F238E27FC236}">
                <a16:creationId xmlns:a16="http://schemas.microsoft.com/office/drawing/2014/main" id="{2833A519-9643-519E-20E7-4130C246ABCA}"/>
              </a:ext>
            </a:extLst>
          </p:cNvPr>
          <p:cNvSpPr/>
          <p:nvPr/>
        </p:nvSpPr>
        <p:spPr>
          <a:xfrm rot="1313350">
            <a:off x="7893846" y="3058226"/>
            <a:ext cx="2005779" cy="52971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ชื่อรายวิชา</a:t>
            </a:r>
            <a:r>
              <a:rPr lang="en-US" dirty="0"/>
              <a:t>E</a:t>
            </a:r>
            <a:endParaRPr lang="th-TH" dirty="0"/>
          </a:p>
          <a:p>
            <a:pPr algn="ctr"/>
            <a:endParaRPr lang="th-TH" dirty="0"/>
          </a:p>
        </p:txBody>
      </p:sp>
      <p:cxnSp>
        <p:nvCxnSpPr>
          <p:cNvPr id="32" name="ตัวเชื่อมต่อตรง 31">
            <a:extLst>
              <a:ext uri="{FF2B5EF4-FFF2-40B4-BE49-F238E27FC236}">
                <a16:creationId xmlns:a16="http://schemas.microsoft.com/office/drawing/2014/main" id="{90C2994B-BC3D-735D-08E9-D8A05DFCEE0D}"/>
              </a:ext>
            </a:extLst>
          </p:cNvPr>
          <p:cNvCxnSpPr>
            <a:stCxn id="25" idx="0"/>
            <a:endCxn id="26" idx="4"/>
          </p:cNvCxnSpPr>
          <p:nvPr/>
        </p:nvCxnSpPr>
        <p:spPr>
          <a:xfrm flipH="1" flipV="1">
            <a:off x="5235860" y="2705099"/>
            <a:ext cx="1523818" cy="9881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ตัวเชื่อมต่อตรง 33">
            <a:extLst>
              <a:ext uri="{FF2B5EF4-FFF2-40B4-BE49-F238E27FC236}">
                <a16:creationId xmlns:a16="http://schemas.microsoft.com/office/drawing/2014/main" id="{88654BEF-BD1C-0F0E-0715-DD674EB345DC}"/>
              </a:ext>
            </a:extLst>
          </p:cNvPr>
          <p:cNvCxnSpPr>
            <a:stCxn id="25" idx="0"/>
            <a:endCxn id="28" idx="3"/>
          </p:cNvCxnSpPr>
          <p:nvPr/>
        </p:nvCxnSpPr>
        <p:spPr>
          <a:xfrm flipV="1">
            <a:off x="6759678" y="2384567"/>
            <a:ext cx="192989" cy="13086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ตัวเชื่อมต่อตรง 35">
            <a:extLst>
              <a:ext uri="{FF2B5EF4-FFF2-40B4-BE49-F238E27FC236}">
                <a16:creationId xmlns:a16="http://schemas.microsoft.com/office/drawing/2014/main" id="{68AE78FD-0C81-9632-6CDB-DE7EDFF592BA}"/>
              </a:ext>
            </a:extLst>
          </p:cNvPr>
          <p:cNvCxnSpPr>
            <a:stCxn id="25" idx="0"/>
            <a:endCxn id="30" idx="3"/>
          </p:cNvCxnSpPr>
          <p:nvPr/>
        </p:nvCxnSpPr>
        <p:spPr>
          <a:xfrm flipV="1">
            <a:off x="6759678" y="3232484"/>
            <a:ext cx="1409212" cy="460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ตัวเชื่อมต่อตรง 39">
            <a:extLst>
              <a:ext uri="{FF2B5EF4-FFF2-40B4-BE49-F238E27FC236}">
                <a16:creationId xmlns:a16="http://schemas.microsoft.com/office/drawing/2014/main" id="{92488736-1288-15C0-05D2-E8BBF3FCD0F4}"/>
              </a:ext>
            </a:extLst>
          </p:cNvPr>
          <p:cNvCxnSpPr>
            <a:stCxn id="25" idx="2"/>
          </p:cNvCxnSpPr>
          <p:nvPr/>
        </p:nvCxnSpPr>
        <p:spPr>
          <a:xfrm flipH="1">
            <a:off x="6759677" y="4192229"/>
            <a:ext cx="1" cy="527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ข้าวหลามตัด 40">
            <a:extLst>
              <a:ext uri="{FF2B5EF4-FFF2-40B4-BE49-F238E27FC236}">
                <a16:creationId xmlns:a16="http://schemas.microsoft.com/office/drawing/2014/main" id="{A2C3B42F-CD91-14B9-C27D-A89210594BFF}"/>
              </a:ext>
            </a:extLst>
          </p:cNvPr>
          <p:cNvSpPr/>
          <p:nvPr/>
        </p:nvSpPr>
        <p:spPr>
          <a:xfrm>
            <a:off x="6535993" y="4719484"/>
            <a:ext cx="447368" cy="39329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43" name="ตัวเชื่อมต่อ: หักมุม 42">
            <a:extLst>
              <a:ext uri="{FF2B5EF4-FFF2-40B4-BE49-F238E27FC236}">
                <a16:creationId xmlns:a16="http://schemas.microsoft.com/office/drawing/2014/main" id="{9F23DBCD-4DF8-90E1-D787-4A8BB1D4255C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983361" y="4916129"/>
            <a:ext cx="2662084" cy="264242"/>
          </a:xfrm>
          <a:prstGeom prst="bentConnector3">
            <a:avLst>
              <a:gd name="adj1" fmla="val 1006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สี่เหลี่ยมผืนผ้า 46">
            <a:extLst>
              <a:ext uri="{FF2B5EF4-FFF2-40B4-BE49-F238E27FC236}">
                <a16:creationId xmlns:a16="http://schemas.microsoft.com/office/drawing/2014/main" id="{D38F0C01-8D31-E3A6-9086-245B761AA859}"/>
              </a:ext>
            </a:extLst>
          </p:cNvPr>
          <p:cNvSpPr/>
          <p:nvPr/>
        </p:nvSpPr>
        <p:spPr>
          <a:xfrm>
            <a:off x="8942438" y="5201879"/>
            <a:ext cx="1406013" cy="3502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อาจารย์</a:t>
            </a:r>
          </a:p>
        </p:txBody>
      </p:sp>
      <p:sp>
        <p:nvSpPr>
          <p:cNvPr id="48" name="วงรี 47">
            <a:extLst>
              <a:ext uri="{FF2B5EF4-FFF2-40B4-BE49-F238E27FC236}">
                <a16:creationId xmlns:a16="http://schemas.microsoft.com/office/drawing/2014/main" id="{B23DDA61-1AF9-4CBD-0C90-36263AB66661}"/>
              </a:ext>
            </a:extLst>
          </p:cNvPr>
          <p:cNvSpPr/>
          <p:nvPr/>
        </p:nvSpPr>
        <p:spPr>
          <a:xfrm>
            <a:off x="6364669" y="5750641"/>
            <a:ext cx="1804221" cy="4031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รหัสอาจารย์</a:t>
            </a:r>
          </a:p>
        </p:txBody>
      </p:sp>
      <p:sp>
        <p:nvSpPr>
          <p:cNvPr id="50" name="วงรี 49">
            <a:extLst>
              <a:ext uri="{FF2B5EF4-FFF2-40B4-BE49-F238E27FC236}">
                <a16:creationId xmlns:a16="http://schemas.microsoft.com/office/drawing/2014/main" id="{9280F3E0-2A49-CFC0-1C6A-75B9747A14C7}"/>
              </a:ext>
            </a:extLst>
          </p:cNvPr>
          <p:cNvSpPr/>
          <p:nvPr/>
        </p:nvSpPr>
        <p:spPr>
          <a:xfrm>
            <a:off x="7994624" y="6317227"/>
            <a:ext cx="1804221" cy="4031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ชื่อสกุล</a:t>
            </a:r>
            <a:r>
              <a:rPr lang="en-US" dirty="0"/>
              <a:t>T</a:t>
            </a:r>
            <a:endParaRPr lang="th-TH" dirty="0"/>
          </a:p>
        </p:txBody>
      </p:sp>
      <p:sp>
        <p:nvSpPr>
          <p:cNvPr id="52" name="วงรี 51">
            <a:extLst>
              <a:ext uri="{FF2B5EF4-FFF2-40B4-BE49-F238E27FC236}">
                <a16:creationId xmlns:a16="http://schemas.microsoft.com/office/drawing/2014/main" id="{920B5EBA-2986-701A-EDB5-1B977165772E}"/>
              </a:ext>
            </a:extLst>
          </p:cNvPr>
          <p:cNvSpPr/>
          <p:nvPr/>
        </p:nvSpPr>
        <p:spPr>
          <a:xfrm>
            <a:off x="10122308" y="6317226"/>
            <a:ext cx="1804221" cy="4031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ชื่อสกุล</a:t>
            </a:r>
            <a:r>
              <a:rPr lang="en-US" dirty="0"/>
              <a:t>E</a:t>
            </a:r>
            <a:endParaRPr lang="th-TH" dirty="0"/>
          </a:p>
        </p:txBody>
      </p:sp>
      <p:cxnSp>
        <p:nvCxnSpPr>
          <p:cNvPr id="54" name="ตัวเชื่อมต่อ: หักมุม 53">
            <a:extLst>
              <a:ext uri="{FF2B5EF4-FFF2-40B4-BE49-F238E27FC236}">
                <a16:creationId xmlns:a16="http://schemas.microsoft.com/office/drawing/2014/main" id="{F1027762-1927-7348-4852-37543837A13A}"/>
              </a:ext>
            </a:extLst>
          </p:cNvPr>
          <p:cNvCxnSpPr>
            <a:stCxn id="47" idx="2"/>
            <a:endCxn id="48" idx="6"/>
          </p:cNvCxnSpPr>
          <p:nvPr/>
        </p:nvCxnSpPr>
        <p:spPr>
          <a:xfrm rot="5400000">
            <a:off x="8707143" y="5013901"/>
            <a:ext cx="400050" cy="147655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ตัวเชื่อมต่อ: หักมุม 55">
            <a:extLst>
              <a:ext uri="{FF2B5EF4-FFF2-40B4-BE49-F238E27FC236}">
                <a16:creationId xmlns:a16="http://schemas.microsoft.com/office/drawing/2014/main" id="{3B3490E9-7F33-6C86-BC33-D8D8BF0664AC}"/>
              </a:ext>
            </a:extLst>
          </p:cNvPr>
          <p:cNvCxnSpPr/>
          <p:nvPr/>
        </p:nvCxnSpPr>
        <p:spPr>
          <a:xfrm>
            <a:off x="9645444" y="5820697"/>
            <a:ext cx="1514169" cy="496530"/>
          </a:xfrm>
          <a:prstGeom prst="bentConnector3">
            <a:avLst>
              <a:gd name="adj1" fmla="val 10064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ตัวเชื่อมต่อ: หักมุม 58">
            <a:extLst>
              <a:ext uri="{FF2B5EF4-FFF2-40B4-BE49-F238E27FC236}">
                <a16:creationId xmlns:a16="http://schemas.microsoft.com/office/drawing/2014/main" id="{29EEEBEA-1FF4-09A0-976B-EF6A8F3A52A9}"/>
              </a:ext>
            </a:extLst>
          </p:cNvPr>
          <p:cNvCxnSpPr>
            <a:endCxn id="50" idx="0"/>
          </p:cNvCxnSpPr>
          <p:nvPr/>
        </p:nvCxnSpPr>
        <p:spPr>
          <a:xfrm rot="10800000" flipV="1">
            <a:off x="8896736" y="5952201"/>
            <a:ext cx="748709" cy="36502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กล่องข้อความ 59">
            <a:extLst>
              <a:ext uri="{FF2B5EF4-FFF2-40B4-BE49-F238E27FC236}">
                <a16:creationId xmlns:a16="http://schemas.microsoft.com/office/drawing/2014/main" id="{3C0E76B6-80BE-2556-FC31-6FFEDAEE3406}"/>
              </a:ext>
            </a:extLst>
          </p:cNvPr>
          <p:cNvSpPr txBox="1"/>
          <p:nvPr/>
        </p:nvSpPr>
        <p:spPr>
          <a:xfrm>
            <a:off x="2945238" y="2601286"/>
            <a:ext cx="3486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  <a:endParaRPr lang="th-TH" sz="1600" dirty="0"/>
          </a:p>
        </p:txBody>
      </p:sp>
      <p:sp>
        <p:nvSpPr>
          <p:cNvPr id="61" name="กล่องข้อความ 60">
            <a:extLst>
              <a:ext uri="{FF2B5EF4-FFF2-40B4-BE49-F238E27FC236}">
                <a16:creationId xmlns:a16="http://schemas.microsoft.com/office/drawing/2014/main" id="{DDA99AA6-C46D-B696-1030-CF5B2A85427A}"/>
              </a:ext>
            </a:extLst>
          </p:cNvPr>
          <p:cNvSpPr txBox="1"/>
          <p:nvPr/>
        </p:nvSpPr>
        <p:spPr>
          <a:xfrm>
            <a:off x="5351717" y="363056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N</a:t>
            </a:r>
            <a:endParaRPr lang="th-TH" sz="1800" dirty="0"/>
          </a:p>
        </p:txBody>
      </p:sp>
      <p:sp>
        <p:nvSpPr>
          <p:cNvPr id="62" name="กล่องข้อความ 61">
            <a:extLst>
              <a:ext uri="{FF2B5EF4-FFF2-40B4-BE49-F238E27FC236}">
                <a16:creationId xmlns:a16="http://schemas.microsoft.com/office/drawing/2014/main" id="{D45080C5-EED9-356C-D980-F4D2C4BD00D9}"/>
              </a:ext>
            </a:extLst>
          </p:cNvPr>
          <p:cNvSpPr txBox="1"/>
          <p:nvPr/>
        </p:nvSpPr>
        <p:spPr>
          <a:xfrm>
            <a:off x="6700684" y="4326074"/>
            <a:ext cx="34817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N</a:t>
            </a:r>
            <a:endParaRPr lang="th-TH" sz="1800" dirty="0"/>
          </a:p>
          <a:p>
            <a:endParaRPr lang="th-TH" dirty="0"/>
          </a:p>
        </p:txBody>
      </p:sp>
      <p:sp>
        <p:nvSpPr>
          <p:cNvPr id="64" name="กล่องข้อความ 63">
            <a:extLst>
              <a:ext uri="{FF2B5EF4-FFF2-40B4-BE49-F238E27FC236}">
                <a16:creationId xmlns:a16="http://schemas.microsoft.com/office/drawing/2014/main" id="{A6E56939-0534-5564-45E5-1E80B3061ADC}"/>
              </a:ext>
            </a:extLst>
          </p:cNvPr>
          <p:cNvSpPr txBox="1"/>
          <p:nvPr/>
        </p:nvSpPr>
        <p:spPr>
          <a:xfrm>
            <a:off x="9662615" y="48485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1</a:t>
            </a:r>
            <a:endParaRPr lang="th-TH" sz="1800" dirty="0"/>
          </a:p>
        </p:txBody>
      </p:sp>
    </p:spTree>
    <p:extLst>
      <p:ext uri="{BB962C8B-B14F-4D97-AF65-F5344CB8AC3E}">
        <p14:creationId xmlns:p14="http://schemas.microsoft.com/office/powerpoint/2010/main" val="1507340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วงรี 3">
            <a:extLst>
              <a:ext uri="{FF2B5EF4-FFF2-40B4-BE49-F238E27FC236}">
                <a16:creationId xmlns:a16="http://schemas.microsoft.com/office/drawing/2014/main" id="{18AA313B-1467-257D-0779-95F33539AE8C}"/>
              </a:ext>
            </a:extLst>
          </p:cNvPr>
          <p:cNvSpPr/>
          <p:nvPr/>
        </p:nvSpPr>
        <p:spPr>
          <a:xfrm>
            <a:off x="383458" y="280220"/>
            <a:ext cx="1140542" cy="35396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รหัสนศ.</a:t>
            </a:r>
          </a:p>
        </p:txBody>
      </p:sp>
      <p:sp>
        <p:nvSpPr>
          <p:cNvPr id="6" name="วงรี 5">
            <a:extLst>
              <a:ext uri="{FF2B5EF4-FFF2-40B4-BE49-F238E27FC236}">
                <a16:creationId xmlns:a16="http://schemas.microsoft.com/office/drawing/2014/main" id="{A2451CDB-661B-7B15-A23D-DAC5480D2D44}"/>
              </a:ext>
            </a:extLst>
          </p:cNvPr>
          <p:cNvSpPr/>
          <p:nvPr/>
        </p:nvSpPr>
        <p:spPr>
          <a:xfrm>
            <a:off x="108154" y="1027471"/>
            <a:ext cx="1140542" cy="35396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คณะวิชา</a:t>
            </a:r>
          </a:p>
        </p:txBody>
      </p:sp>
      <p:sp>
        <p:nvSpPr>
          <p:cNvPr id="8" name="วงรี 7">
            <a:extLst>
              <a:ext uri="{FF2B5EF4-FFF2-40B4-BE49-F238E27FC236}">
                <a16:creationId xmlns:a16="http://schemas.microsoft.com/office/drawing/2014/main" id="{11E2BCBD-A857-FD3D-A500-B7250982D1B6}"/>
              </a:ext>
            </a:extLst>
          </p:cNvPr>
          <p:cNvSpPr/>
          <p:nvPr/>
        </p:nvSpPr>
        <p:spPr>
          <a:xfrm>
            <a:off x="1828800" y="280220"/>
            <a:ext cx="1140542" cy="35396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ชื่อ-สกุล</a:t>
            </a:r>
            <a:r>
              <a:rPr lang="en-US" sz="1600" dirty="0"/>
              <a:t>T</a:t>
            </a:r>
            <a:endParaRPr lang="th-TH" sz="1600" dirty="0"/>
          </a:p>
        </p:txBody>
      </p:sp>
      <p:sp>
        <p:nvSpPr>
          <p:cNvPr id="10" name="วงรี 9">
            <a:extLst>
              <a:ext uri="{FF2B5EF4-FFF2-40B4-BE49-F238E27FC236}">
                <a16:creationId xmlns:a16="http://schemas.microsoft.com/office/drawing/2014/main" id="{B0DA04BB-E443-8D16-3C74-2DA8B2A343A3}"/>
              </a:ext>
            </a:extLst>
          </p:cNvPr>
          <p:cNvSpPr/>
          <p:nvPr/>
        </p:nvSpPr>
        <p:spPr>
          <a:xfrm rot="410597">
            <a:off x="2984736" y="668508"/>
            <a:ext cx="1542373" cy="35061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สาขาวิชา</a:t>
            </a: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F04B1B04-2B7E-4DF5-63CD-B50A8BD1D75E}"/>
              </a:ext>
            </a:extLst>
          </p:cNvPr>
          <p:cNvSpPr/>
          <p:nvPr/>
        </p:nvSpPr>
        <p:spPr>
          <a:xfrm>
            <a:off x="1538747" y="1204451"/>
            <a:ext cx="1140542" cy="4375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นักศึกษา</a:t>
            </a:r>
          </a:p>
        </p:txBody>
      </p:sp>
      <p:cxnSp>
        <p:nvCxnSpPr>
          <p:cNvPr id="15" name="ตัวเชื่อมต่อตรง 14">
            <a:extLst>
              <a:ext uri="{FF2B5EF4-FFF2-40B4-BE49-F238E27FC236}">
                <a16:creationId xmlns:a16="http://schemas.microsoft.com/office/drawing/2014/main" id="{A88E6848-E7CC-B608-E77F-72A4A57DF30A}"/>
              </a:ext>
            </a:extLst>
          </p:cNvPr>
          <p:cNvCxnSpPr>
            <a:stCxn id="13" idx="0"/>
            <a:endCxn id="6" idx="7"/>
          </p:cNvCxnSpPr>
          <p:nvPr/>
        </p:nvCxnSpPr>
        <p:spPr>
          <a:xfrm flipH="1" flipV="1">
            <a:off x="1081667" y="1079307"/>
            <a:ext cx="1027351" cy="1251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ตัวเชื่อมต่อตรง 16">
            <a:extLst>
              <a:ext uri="{FF2B5EF4-FFF2-40B4-BE49-F238E27FC236}">
                <a16:creationId xmlns:a16="http://schemas.microsoft.com/office/drawing/2014/main" id="{E1FC9D91-7158-EBEC-8F8C-152C339B19F8}"/>
              </a:ext>
            </a:extLst>
          </p:cNvPr>
          <p:cNvCxnSpPr>
            <a:stCxn id="13" idx="0"/>
            <a:endCxn id="4" idx="5"/>
          </p:cNvCxnSpPr>
          <p:nvPr/>
        </p:nvCxnSpPr>
        <p:spPr>
          <a:xfrm flipH="1" flipV="1">
            <a:off x="1356971" y="582345"/>
            <a:ext cx="752047" cy="6221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ตัวเชื่อมต่อตรง 18">
            <a:extLst>
              <a:ext uri="{FF2B5EF4-FFF2-40B4-BE49-F238E27FC236}">
                <a16:creationId xmlns:a16="http://schemas.microsoft.com/office/drawing/2014/main" id="{8C459DD3-F1C8-6E1E-FD73-D06D1E8A14D3}"/>
              </a:ext>
            </a:extLst>
          </p:cNvPr>
          <p:cNvCxnSpPr>
            <a:stCxn id="13" idx="0"/>
            <a:endCxn id="8" idx="4"/>
          </p:cNvCxnSpPr>
          <p:nvPr/>
        </p:nvCxnSpPr>
        <p:spPr>
          <a:xfrm flipV="1">
            <a:off x="2109018" y="634181"/>
            <a:ext cx="290053" cy="570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ตัวเชื่อมต่อตรง 20">
            <a:extLst>
              <a:ext uri="{FF2B5EF4-FFF2-40B4-BE49-F238E27FC236}">
                <a16:creationId xmlns:a16="http://schemas.microsoft.com/office/drawing/2014/main" id="{173F9416-9857-8E59-540C-7EE7F989DF82}"/>
              </a:ext>
            </a:extLst>
          </p:cNvPr>
          <p:cNvCxnSpPr>
            <a:cxnSpLocks/>
            <a:stCxn id="13" idx="0"/>
            <a:endCxn id="10" idx="3"/>
          </p:cNvCxnSpPr>
          <p:nvPr/>
        </p:nvCxnSpPr>
        <p:spPr>
          <a:xfrm flipV="1">
            <a:off x="2109018" y="901917"/>
            <a:ext cx="1090707" cy="3025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: หักมุม 22">
            <a:extLst>
              <a:ext uri="{FF2B5EF4-FFF2-40B4-BE49-F238E27FC236}">
                <a16:creationId xmlns:a16="http://schemas.microsoft.com/office/drawing/2014/main" id="{1BBB31D8-CE77-8079-66E1-A42BC54EF9CB}"/>
              </a:ext>
            </a:extLst>
          </p:cNvPr>
          <p:cNvCxnSpPr>
            <a:stCxn id="13" idx="2"/>
          </p:cNvCxnSpPr>
          <p:nvPr/>
        </p:nvCxnSpPr>
        <p:spPr>
          <a:xfrm rot="5400000">
            <a:off x="1506793" y="1963994"/>
            <a:ext cx="924232" cy="28021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ข้าวหลามตัด 23">
            <a:extLst>
              <a:ext uri="{FF2B5EF4-FFF2-40B4-BE49-F238E27FC236}">
                <a16:creationId xmlns:a16="http://schemas.microsoft.com/office/drawing/2014/main" id="{D26589E6-84C7-1858-E302-A81350DA2F0A}"/>
              </a:ext>
            </a:extLst>
          </p:cNvPr>
          <p:cNvSpPr/>
          <p:nvPr/>
        </p:nvSpPr>
        <p:spPr>
          <a:xfrm>
            <a:off x="1574419" y="2566219"/>
            <a:ext cx="508761" cy="4375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26" name="ตัวเชื่อมต่อ: หักมุม 25">
            <a:extLst>
              <a:ext uri="{FF2B5EF4-FFF2-40B4-BE49-F238E27FC236}">
                <a16:creationId xmlns:a16="http://schemas.microsoft.com/office/drawing/2014/main" id="{F13A17B9-590D-5E50-5856-23F2D372A6DD}"/>
              </a:ext>
            </a:extLst>
          </p:cNvPr>
          <p:cNvCxnSpPr>
            <a:stCxn id="24" idx="2"/>
          </p:cNvCxnSpPr>
          <p:nvPr/>
        </p:nvCxnSpPr>
        <p:spPr>
          <a:xfrm rot="5400000">
            <a:off x="1216742" y="3222523"/>
            <a:ext cx="830826" cy="39329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สี่เหลี่ยมผืนผ้า 26">
            <a:extLst>
              <a:ext uri="{FF2B5EF4-FFF2-40B4-BE49-F238E27FC236}">
                <a16:creationId xmlns:a16="http://schemas.microsoft.com/office/drawing/2014/main" id="{6D9BCBDE-C28F-1618-D868-8BC913A6FF95}"/>
              </a:ext>
            </a:extLst>
          </p:cNvPr>
          <p:cNvSpPr/>
          <p:nvPr/>
        </p:nvSpPr>
        <p:spPr>
          <a:xfrm>
            <a:off x="712839" y="3807544"/>
            <a:ext cx="1445342" cy="4375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การลงทะเบียน</a:t>
            </a:r>
          </a:p>
        </p:txBody>
      </p:sp>
      <p:sp>
        <p:nvSpPr>
          <p:cNvPr id="28" name="วงรี 27">
            <a:extLst>
              <a:ext uri="{FF2B5EF4-FFF2-40B4-BE49-F238E27FC236}">
                <a16:creationId xmlns:a16="http://schemas.microsoft.com/office/drawing/2014/main" id="{D7BAAC3C-194C-96C2-81AE-5CCD9C098D31}"/>
              </a:ext>
            </a:extLst>
          </p:cNvPr>
          <p:cNvSpPr/>
          <p:nvPr/>
        </p:nvSpPr>
        <p:spPr>
          <a:xfrm>
            <a:off x="2394249" y="4714573"/>
            <a:ext cx="1283111" cy="4375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รหัสรายวิชา</a:t>
            </a:r>
          </a:p>
        </p:txBody>
      </p:sp>
      <p:sp>
        <p:nvSpPr>
          <p:cNvPr id="30" name="วงรี 29">
            <a:extLst>
              <a:ext uri="{FF2B5EF4-FFF2-40B4-BE49-F238E27FC236}">
                <a16:creationId xmlns:a16="http://schemas.microsoft.com/office/drawing/2014/main" id="{D27F7ED4-D7A0-F363-0E14-09DAC1A24F1E}"/>
              </a:ext>
            </a:extLst>
          </p:cNvPr>
          <p:cNvSpPr/>
          <p:nvPr/>
        </p:nvSpPr>
        <p:spPr>
          <a:xfrm>
            <a:off x="990599" y="4997245"/>
            <a:ext cx="1283111" cy="4375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รหัสอาจารย์</a:t>
            </a:r>
          </a:p>
        </p:txBody>
      </p:sp>
      <p:sp>
        <p:nvSpPr>
          <p:cNvPr id="32" name="วงรี 31">
            <a:extLst>
              <a:ext uri="{FF2B5EF4-FFF2-40B4-BE49-F238E27FC236}">
                <a16:creationId xmlns:a16="http://schemas.microsoft.com/office/drawing/2014/main" id="{13871DA3-D803-E29E-EA11-3E13F4430DC3}"/>
              </a:ext>
            </a:extLst>
          </p:cNvPr>
          <p:cNvSpPr/>
          <p:nvPr/>
        </p:nvSpPr>
        <p:spPr>
          <a:xfrm>
            <a:off x="68823" y="4513008"/>
            <a:ext cx="1283111" cy="4375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รหัสนักศึกษา</a:t>
            </a:r>
          </a:p>
        </p:txBody>
      </p:sp>
      <p:sp>
        <p:nvSpPr>
          <p:cNvPr id="34" name="วงรี 33">
            <a:extLst>
              <a:ext uri="{FF2B5EF4-FFF2-40B4-BE49-F238E27FC236}">
                <a16:creationId xmlns:a16="http://schemas.microsoft.com/office/drawing/2014/main" id="{29ADC1D1-568E-C396-FB97-A2F148A77B78}"/>
              </a:ext>
            </a:extLst>
          </p:cNvPr>
          <p:cNvSpPr/>
          <p:nvPr/>
        </p:nvSpPr>
        <p:spPr>
          <a:xfrm>
            <a:off x="28236" y="2799738"/>
            <a:ext cx="1505595" cy="4375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รหัสการลงทะเบียน</a:t>
            </a:r>
          </a:p>
        </p:txBody>
      </p:sp>
      <p:cxnSp>
        <p:nvCxnSpPr>
          <p:cNvPr id="36" name="ตัวเชื่อมต่อ: หักมุม 35">
            <a:extLst>
              <a:ext uri="{FF2B5EF4-FFF2-40B4-BE49-F238E27FC236}">
                <a16:creationId xmlns:a16="http://schemas.microsoft.com/office/drawing/2014/main" id="{F194C653-5BE7-8CC9-7D19-0C9C44B5AC0D}"/>
              </a:ext>
            </a:extLst>
          </p:cNvPr>
          <p:cNvCxnSpPr>
            <a:stCxn id="27" idx="1"/>
          </p:cNvCxnSpPr>
          <p:nvPr/>
        </p:nvCxnSpPr>
        <p:spPr>
          <a:xfrm rot="10800000">
            <a:off x="383459" y="3237274"/>
            <a:ext cx="329381" cy="78903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ตัวเชื่อมต่อ: หักมุม 37">
            <a:extLst>
              <a:ext uri="{FF2B5EF4-FFF2-40B4-BE49-F238E27FC236}">
                <a16:creationId xmlns:a16="http://schemas.microsoft.com/office/drawing/2014/main" id="{79C3D55A-A646-5C92-9B88-6B1C57C31BDA}"/>
              </a:ext>
            </a:extLst>
          </p:cNvPr>
          <p:cNvCxnSpPr>
            <a:stCxn id="27" idx="2"/>
            <a:endCxn id="32" idx="0"/>
          </p:cNvCxnSpPr>
          <p:nvPr/>
        </p:nvCxnSpPr>
        <p:spPr>
          <a:xfrm rot="5400000">
            <a:off x="938981" y="4016479"/>
            <a:ext cx="267928" cy="72513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ตัวเชื่อมต่อ: หักมุม 39">
            <a:extLst>
              <a:ext uri="{FF2B5EF4-FFF2-40B4-BE49-F238E27FC236}">
                <a16:creationId xmlns:a16="http://schemas.microsoft.com/office/drawing/2014/main" id="{DFA7A951-C35B-FFBD-3B0A-E7CAA220709A}"/>
              </a:ext>
            </a:extLst>
          </p:cNvPr>
          <p:cNvCxnSpPr>
            <a:stCxn id="27" idx="2"/>
            <a:endCxn id="30" idx="0"/>
          </p:cNvCxnSpPr>
          <p:nvPr/>
        </p:nvCxnSpPr>
        <p:spPr>
          <a:xfrm rot="16200000" flipH="1">
            <a:off x="1157750" y="4522839"/>
            <a:ext cx="752165" cy="19664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ตัวเชื่อมต่อ: หักมุม 43">
            <a:extLst>
              <a:ext uri="{FF2B5EF4-FFF2-40B4-BE49-F238E27FC236}">
                <a16:creationId xmlns:a16="http://schemas.microsoft.com/office/drawing/2014/main" id="{273C70FA-1291-8FCE-9BA8-BBF06705FA2B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 rot="16200000" flipH="1">
            <a:off x="2000911" y="3679678"/>
            <a:ext cx="469493" cy="160029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ตัวเชื่อมต่อ: หักมุม 47">
            <a:extLst>
              <a:ext uri="{FF2B5EF4-FFF2-40B4-BE49-F238E27FC236}">
                <a16:creationId xmlns:a16="http://schemas.microsoft.com/office/drawing/2014/main" id="{5572F81A-1CE5-F745-392A-5D870481BB09}"/>
              </a:ext>
            </a:extLst>
          </p:cNvPr>
          <p:cNvCxnSpPr>
            <a:cxnSpLocks/>
          </p:cNvCxnSpPr>
          <p:nvPr/>
        </p:nvCxnSpPr>
        <p:spPr>
          <a:xfrm>
            <a:off x="2158181" y="4009109"/>
            <a:ext cx="4085303" cy="501441"/>
          </a:xfrm>
          <a:prstGeom prst="bentConnector3">
            <a:avLst>
              <a:gd name="adj1" fmla="val 9981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ตัวเชื่อมต่อ: หักมุม 56">
            <a:extLst>
              <a:ext uri="{FF2B5EF4-FFF2-40B4-BE49-F238E27FC236}">
                <a16:creationId xmlns:a16="http://schemas.microsoft.com/office/drawing/2014/main" id="{2494130C-0E17-2DE5-ECF3-9684A22619C2}"/>
              </a:ext>
            </a:extLst>
          </p:cNvPr>
          <p:cNvCxnSpPr/>
          <p:nvPr/>
        </p:nvCxnSpPr>
        <p:spPr>
          <a:xfrm rot="5400000" flipH="1" flipV="1">
            <a:off x="3905861" y="2792365"/>
            <a:ext cx="1224122" cy="1209367"/>
          </a:xfrm>
          <a:prstGeom prst="bentConnector3">
            <a:avLst>
              <a:gd name="adj1" fmla="val 9899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ข้าวหลามตัด 58">
            <a:extLst>
              <a:ext uri="{FF2B5EF4-FFF2-40B4-BE49-F238E27FC236}">
                <a16:creationId xmlns:a16="http://schemas.microsoft.com/office/drawing/2014/main" id="{4CF8715E-AF45-E09A-C3E9-6A0FF31614DC}"/>
              </a:ext>
            </a:extLst>
          </p:cNvPr>
          <p:cNvSpPr/>
          <p:nvPr/>
        </p:nvSpPr>
        <p:spPr>
          <a:xfrm>
            <a:off x="5130038" y="2566219"/>
            <a:ext cx="508761" cy="4375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61" name="ตัวเชื่อมต่อ: หักมุม 60">
            <a:extLst>
              <a:ext uri="{FF2B5EF4-FFF2-40B4-BE49-F238E27FC236}">
                <a16:creationId xmlns:a16="http://schemas.microsoft.com/office/drawing/2014/main" id="{5C706C2D-1302-DBBC-5FC9-F346939655D3}"/>
              </a:ext>
            </a:extLst>
          </p:cNvPr>
          <p:cNvCxnSpPr>
            <a:stCxn id="59" idx="3"/>
          </p:cNvCxnSpPr>
          <p:nvPr/>
        </p:nvCxnSpPr>
        <p:spPr>
          <a:xfrm>
            <a:off x="5638799" y="2784987"/>
            <a:ext cx="2757949" cy="21876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สี่เหลี่ยมผืนผ้า 61">
            <a:extLst>
              <a:ext uri="{FF2B5EF4-FFF2-40B4-BE49-F238E27FC236}">
                <a16:creationId xmlns:a16="http://schemas.microsoft.com/office/drawing/2014/main" id="{BF4BA000-7FDE-20E5-F863-2BEB5BD4B153}"/>
              </a:ext>
            </a:extLst>
          </p:cNvPr>
          <p:cNvSpPr/>
          <p:nvPr/>
        </p:nvSpPr>
        <p:spPr>
          <a:xfrm>
            <a:off x="8396748" y="2772697"/>
            <a:ext cx="1573161" cy="4621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/>
              <a:t>รายวิชา</a:t>
            </a:r>
          </a:p>
        </p:txBody>
      </p:sp>
      <p:sp>
        <p:nvSpPr>
          <p:cNvPr id="63" name="วงรี 62">
            <a:extLst>
              <a:ext uri="{FF2B5EF4-FFF2-40B4-BE49-F238E27FC236}">
                <a16:creationId xmlns:a16="http://schemas.microsoft.com/office/drawing/2014/main" id="{324C7EA3-1D0A-9F28-9F23-AB8E8C7F05B1}"/>
              </a:ext>
            </a:extLst>
          </p:cNvPr>
          <p:cNvSpPr/>
          <p:nvPr/>
        </p:nvSpPr>
        <p:spPr>
          <a:xfrm>
            <a:off x="6096000" y="1590362"/>
            <a:ext cx="1850924" cy="462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</a:p>
        </p:txBody>
      </p:sp>
      <p:sp>
        <p:nvSpPr>
          <p:cNvPr id="65" name="วงรี 64">
            <a:extLst>
              <a:ext uri="{FF2B5EF4-FFF2-40B4-BE49-F238E27FC236}">
                <a16:creationId xmlns:a16="http://schemas.microsoft.com/office/drawing/2014/main" id="{FE990C7F-B3CB-459D-DBFD-6DE19250787A}"/>
              </a:ext>
            </a:extLst>
          </p:cNvPr>
          <p:cNvSpPr/>
          <p:nvPr/>
        </p:nvSpPr>
        <p:spPr>
          <a:xfrm>
            <a:off x="8257866" y="1128246"/>
            <a:ext cx="1850924" cy="462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/>
              <a:t>ชื่อรายวิชา</a:t>
            </a:r>
            <a:r>
              <a:rPr lang="en-US" sz="2000" dirty="0"/>
              <a:t>T</a:t>
            </a:r>
            <a:endParaRPr lang="th-TH" sz="2000" dirty="0"/>
          </a:p>
        </p:txBody>
      </p:sp>
      <p:sp>
        <p:nvSpPr>
          <p:cNvPr id="67" name="วงรี 66">
            <a:extLst>
              <a:ext uri="{FF2B5EF4-FFF2-40B4-BE49-F238E27FC236}">
                <a16:creationId xmlns:a16="http://schemas.microsoft.com/office/drawing/2014/main" id="{A665EC2A-5310-5491-AAC0-AC7C17F2C206}"/>
              </a:ext>
            </a:extLst>
          </p:cNvPr>
          <p:cNvSpPr/>
          <p:nvPr/>
        </p:nvSpPr>
        <p:spPr>
          <a:xfrm>
            <a:off x="10064543" y="1753826"/>
            <a:ext cx="1850924" cy="4621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/>
              <a:t>ชื่อรายวิชา</a:t>
            </a:r>
            <a:r>
              <a:rPr lang="en-US" sz="2000" dirty="0"/>
              <a:t>E</a:t>
            </a:r>
            <a:endParaRPr lang="th-TH" sz="2000" dirty="0"/>
          </a:p>
        </p:txBody>
      </p:sp>
      <p:cxnSp>
        <p:nvCxnSpPr>
          <p:cNvPr id="71" name="ตัวเชื่อมต่อตรง 70">
            <a:extLst>
              <a:ext uri="{FF2B5EF4-FFF2-40B4-BE49-F238E27FC236}">
                <a16:creationId xmlns:a16="http://schemas.microsoft.com/office/drawing/2014/main" id="{DD7E731A-B041-7A9D-A454-BE2F9D8B15D0}"/>
              </a:ext>
            </a:extLst>
          </p:cNvPr>
          <p:cNvCxnSpPr>
            <a:stCxn id="62" idx="0"/>
            <a:endCxn id="63" idx="5"/>
          </p:cNvCxnSpPr>
          <p:nvPr/>
        </p:nvCxnSpPr>
        <p:spPr>
          <a:xfrm flipH="1" flipV="1">
            <a:off x="7675862" y="1984803"/>
            <a:ext cx="1507467" cy="7878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ตัวเชื่อมต่อตรง 72">
            <a:extLst>
              <a:ext uri="{FF2B5EF4-FFF2-40B4-BE49-F238E27FC236}">
                <a16:creationId xmlns:a16="http://schemas.microsoft.com/office/drawing/2014/main" id="{3A94334B-EB6A-C148-8F41-BF0560EBFD23}"/>
              </a:ext>
            </a:extLst>
          </p:cNvPr>
          <p:cNvCxnSpPr>
            <a:stCxn id="62" idx="0"/>
            <a:endCxn id="65" idx="4"/>
          </p:cNvCxnSpPr>
          <p:nvPr/>
        </p:nvCxnSpPr>
        <p:spPr>
          <a:xfrm flipH="1" flipV="1">
            <a:off x="9183328" y="1590362"/>
            <a:ext cx="1" cy="1182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ตัวเชื่อมต่อตรง 74">
            <a:extLst>
              <a:ext uri="{FF2B5EF4-FFF2-40B4-BE49-F238E27FC236}">
                <a16:creationId xmlns:a16="http://schemas.microsoft.com/office/drawing/2014/main" id="{F03C641D-FD1F-5044-7606-310C671133AB}"/>
              </a:ext>
            </a:extLst>
          </p:cNvPr>
          <p:cNvCxnSpPr>
            <a:stCxn id="62" idx="0"/>
            <a:endCxn id="67" idx="2"/>
          </p:cNvCxnSpPr>
          <p:nvPr/>
        </p:nvCxnSpPr>
        <p:spPr>
          <a:xfrm flipV="1">
            <a:off x="9183329" y="1984884"/>
            <a:ext cx="881214" cy="7878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ข้าวหลามตัด 75">
            <a:extLst>
              <a:ext uri="{FF2B5EF4-FFF2-40B4-BE49-F238E27FC236}">
                <a16:creationId xmlns:a16="http://schemas.microsoft.com/office/drawing/2014/main" id="{4223D9CF-3D21-3FB0-4BB0-B0FE7F3A332C}"/>
              </a:ext>
            </a:extLst>
          </p:cNvPr>
          <p:cNvSpPr/>
          <p:nvPr/>
        </p:nvSpPr>
        <p:spPr>
          <a:xfrm>
            <a:off x="5958348" y="4522836"/>
            <a:ext cx="570271" cy="4375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78" name="ตัวเชื่อมต่อ: หักมุม 77">
            <a:extLst>
              <a:ext uri="{FF2B5EF4-FFF2-40B4-BE49-F238E27FC236}">
                <a16:creationId xmlns:a16="http://schemas.microsoft.com/office/drawing/2014/main" id="{AFF7CDA9-E282-A1A1-8A67-482D9F0C3D3B}"/>
              </a:ext>
            </a:extLst>
          </p:cNvPr>
          <p:cNvCxnSpPr>
            <a:stCxn id="76" idx="3"/>
          </p:cNvCxnSpPr>
          <p:nvPr/>
        </p:nvCxnSpPr>
        <p:spPr>
          <a:xfrm>
            <a:off x="6528619" y="4741604"/>
            <a:ext cx="2035278" cy="410505"/>
          </a:xfrm>
          <a:prstGeom prst="bentConnector3">
            <a:avLst>
              <a:gd name="adj1" fmla="val 9975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สี่เหลี่ยมผืนผ้า 79">
            <a:extLst>
              <a:ext uri="{FF2B5EF4-FFF2-40B4-BE49-F238E27FC236}">
                <a16:creationId xmlns:a16="http://schemas.microsoft.com/office/drawing/2014/main" id="{EF34C510-80BE-3536-8A55-1B085ED23E2A}"/>
              </a:ext>
            </a:extLst>
          </p:cNvPr>
          <p:cNvSpPr/>
          <p:nvPr/>
        </p:nvSpPr>
        <p:spPr>
          <a:xfrm>
            <a:off x="7777316" y="5152109"/>
            <a:ext cx="1573161" cy="4621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อาจารย์</a:t>
            </a:r>
          </a:p>
        </p:txBody>
      </p:sp>
      <p:sp>
        <p:nvSpPr>
          <p:cNvPr id="81" name="วงรี 80">
            <a:extLst>
              <a:ext uri="{FF2B5EF4-FFF2-40B4-BE49-F238E27FC236}">
                <a16:creationId xmlns:a16="http://schemas.microsoft.com/office/drawing/2014/main" id="{CE01F70F-1A7C-FE49-1DE4-70D4100E4424}"/>
              </a:ext>
            </a:extLst>
          </p:cNvPr>
          <p:cNvSpPr/>
          <p:nvPr/>
        </p:nvSpPr>
        <p:spPr>
          <a:xfrm>
            <a:off x="5267630" y="5848963"/>
            <a:ext cx="1769807" cy="41050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dirty="0"/>
              <a:t>รหัสอาจารย์</a:t>
            </a:r>
          </a:p>
        </p:txBody>
      </p:sp>
      <p:sp>
        <p:nvSpPr>
          <p:cNvPr id="83" name="วงรี 82">
            <a:extLst>
              <a:ext uri="{FF2B5EF4-FFF2-40B4-BE49-F238E27FC236}">
                <a16:creationId xmlns:a16="http://schemas.microsoft.com/office/drawing/2014/main" id="{075CE0B3-9998-16E9-864B-6690B1F887E7}"/>
              </a:ext>
            </a:extLst>
          </p:cNvPr>
          <p:cNvSpPr/>
          <p:nvPr/>
        </p:nvSpPr>
        <p:spPr>
          <a:xfrm>
            <a:off x="7413521" y="6248395"/>
            <a:ext cx="1769807" cy="41050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dirty="0"/>
              <a:t>ชื่อสกุล</a:t>
            </a:r>
            <a:r>
              <a:rPr lang="en-US" sz="1800" dirty="0"/>
              <a:t>T</a:t>
            </a:r>
            <a:endParaRPr lang="th-TH" sz="1800" dirty="0"/>
          </a:p>
        </p:txBody>
      </p:sp>
      <p:sp>
        <p:nvSpPr>
          <p:cNvPr id="85" name="วงรี 84">
            <a:extLst>
              <a:ext uri="{FF2B5EF4-FFF2-40B4-BE49-F238E27FC236}">
                <a16:creationId xmlns:a16="http://schemas.microsoft.com/office/drawing/2014/main" id="{812B25E0-2F8F-E31B-2FCE-28B81A3108AF}"/>
              </a:ext>
            </a:extLst>
          </p:cNvPr>
          <p:cNvSpPr/>
          <p:nvPr/>
        </p:nvSpPr>
        <p:spPr>
          <a:xfrm>
            <a:off x="9641755" y="6054215"/>
            <a:ext cx="1769807" cy="41050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dirty="0"/>
              <a:t>ชื่อสกุล</a:t>
            </a:r>
            <a:r>
              <a:rPr lang="en-US" sz="1800" dirty="0"/>
              <a:t>E</a:t>
            </a:r>
            <a:endParaRPr lang="th-TH" sz="1800" dirty="0"/>
          </a:p>
        </p:txBody>
      </p:sp>
      <p:cxnSp>
        <p:nvCxnSpPr>
          <p:cNvPr id="87" name="ตัวเชื่อมต่อ: หักมุม 86">
            <a:extLst>
              <a:ext uri="{FF2B5EF4-FFF2-40B4-BE49-F238E27FC236}">
                <a16:creationId xmlns:a16="http://schemas.microsoft.com/office/drawing/2014/main" id="{90F37996-2DB1-24CD-D366-3ECABD16B468}"/>
              </a:ext>
            </a:extLst>
          </p:cNvPr>
          <p:cNvCxnSpPr>
            <a:stCxn id="80" idx="2"/>
            <a:endCxn id="81" idx="6"/>
          </p:cNvCxnSpPr>
          <p:nvPr/>
        </p:nvCxnSpPr>
        <p:spPr>
          <a:xfrm rot="5400000">
            <a:off x="7580672" y="5070990"/>
            <a:ext cx="439991" cy="152646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ตัวเชื่อมต่อ: หักมุม 88">
            <a:extLst>
              <a:ext uri="{FF2B5EF4-FFF2-40B4-BE49-F238E27FC236}">
                <a16:creationId xmlns:a16="http://schemas.microsoft.com/office/drawing/2014/main" id="{0B14A690-E0FF-6149-3FA3-9FE022604A70}"/>
              </a:ext>
            </a:extLst>
          </p:cNvPr>
          <p:cNvCxnSpPr>
            <a:stCxn id="80" idx="2"/>
            <a:endCxn id="83" idx="7"/>
          </p:cNvCxnSpPr>
          <p:nvPr/>
        </p:nvCxnSpPr>
        <p:spPr>
          <a:xfrm rot="16200000" flipH="1">
            <a:off x="8396878" y="5781243"/>
            <a:ext cx="694287" cy="36024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ตัวเชื่อมต่อ: หักมุม 90">
            <a:extLst>
              <a:ext uri="{FF2B5EF4-FFF2-40B4-BE49-F238E27FC236}">
                <a16:creationId xmlns:a16="http://schemas.microsoft.com/office/drawing/2014/main" id="{BEF03D59-DAF3-8D7B-6A6E-F198B1567F88}"/>
              </a:ext>
            </a:extLst>
          </p:cNvPr>
          <p:cNvCxnSpPr>
            <a:stCxn id="80" idx="2"/>
            <a:endCxn id="85" idx="0"/>
          </p:cNvCxnSpPr>
          <p:nvPr/>
        </p:nvCxnSpPr>
        <p:spPr>
          <a:xfrm rot="16200000" flipH="1">
            <a:off x="9325283" y="4852839"/>
            <a:ext cx="439990" cy="196276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กล่องข้อความ 91">
            <a:extLst>
              <a:ext uri="{FF2B5EF4-FFF2-40B4-BE49-F238E27FC236}">
                <a16:creationId xmlns:a16="http://schemas.microsoft.com/office/drawing/2014/main" id="{155C4E48-3668-4AFB-C1BE-4E2D34DACA5D}"/>
              </a:ext>
            </a:extLst>
          </p:cNvPr>
          <p:cNvSpPr txBox="1"/>
          <p:nvPr/>
        </p:nvSpPr>
        <p:spPr>
          <a:xfrm>
            <a:off x="2070340" y="1700669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M</a:t>
            </a:r>
            <a:endParaRPr lang="th-TH" sz="1800" dirty="0"/>
          </a:p>
        </p:txBody>
      </p:sp>
      <p:sp>
        <p:nvSpPr>
          <p:cNvPr id="93" name="กล่องข้อความ 92">
            <a:extLst>
              <a:ext uri="{FF2B5EF4-FFF2-40B4-BE49-F238E27FC236}">
                <a16:creationId xmlns:a16="http://schemas.microsoft.com/office/drawing/2014/main" id="{D9945259-085D-75CF-C720-D02FA4868A36}"/>
              </a:ext>
            </a:extLst>
          </p:cNvPr>
          <p:cNvSpPr txBox="1"/>
          <p:nvPr/>
        </p:nvSpPr>
        <p:spPr>
          <a:xfrm>
            <a:off x="7413521" y="2661862"/>
            <a:ext cx="36740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M</a:t>
            </a:r>
            <a:endParaRPr lang="th-TH" sz="1800" dirty="0"/>
          </a:p>
          <a:p>
            <a:endParaRPr lang="th-TH" dirty="0"/>
          </a:p>
        </p:txBody>
      </p:sp>
      <p:sp>
        <p:nvSpPr>
          <p:cNvPr id="94" name="กล่องข้อความ 93">
            <a:extLst>
              <a:ext uri="{FF2B5EF4-FFF2-40B4-BE49-F238E27FC236}">
                <a16:creationId xmlns:a16="http://schemas.microsoft.com/office/drawing/2014/main" id="{C592AE35-0CD9-88B4-D6C5-C3FB4D4CC7C6}"/>
              </a:ext>
            </a:extLst>
          </p:cNvPr>
          <p:cNvSpPr txBox="1"/>
          <p:nvPr/>
        </p:nvSpPr>
        <p:spPr>
          <a:xfrm>
            <a:off x="8625903" y="4773714"/>
            <a:ext cx="367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M</a:t>
            </a:r>
            <a:endParaRPr lang="th-TH" sz="1800" dirty="0"/>
          </a:p>
          <a:p>
            <a:endParaRPr lang="th-TH" sz="1800" dirty="0"/>
          </a:p>
        </p:txBody>
      </p:sp>
      <p:sp>
        <p:nvSpPr>
          <p:cNvPr id="95" name="กล่องข้อความ 94">
            <a:extLst>
              <a:ext uri="{FF2B5EF4-FFF2-40B4-BE49-F238E27FC236}">
                <a16:creationId xmlns:a16="http://schemas.microsoft.com/office/drawing/2014/main" id="{038EECB2-D43F-3497-BFC2-4666BCAA2CF0}"/>
              </a:ext>
            </a:extLst>
          </p:cNvPr>
          <p:cNvSpPr txBox="1"/>
          <p:nvPr/>
        </p:nvSpPr>
        <p:spPr>
          <a:xfrm>
            <a:off x="1504333" y="3130641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N</a:t>
            </a:r>
            <a:endParaRPr lang="th-TH" sz="1800" dirty="0"/>
          </a:p>
        </p:txBody>
      </p:sp>
      <p:sp>
        <p:nvSpPr>
          <p:cNvPr id="96" name="กล่องข้อความ 95">
            <a:extLst>
              <a:ext uri="{FF2B5EF4-FFF2-40B4-BE49-F238E27FC236}">
                <a16:creationId xmlns:a16="http://schemas.microsoft.com/office/drawing/2014/main" id="{C2459A23-1651-1A25-6CD7-FDA192654288}"/>
              </a:ext>
            </a:extLst>
          </p:cNvPr>
          <p:cNvSpPr txBox="1"/>
          <p:nvPr/>
        </p:nvSpPr>
        <p:spPr>
          <a:xfrm>
            <a:off x="3538065" y="3419168"/>
            <a:ext cx="348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N</a:t>
            </a:r>
            <a:endParaRPr lang="th-TH" sz="1800" dirty="0"/>
          </a:p>
          <a:p>
            <a:endParaRPr lang="th-TH" sz="1800" dirty="0"/>
          </a:p>
        </p:txBody>
      </p:sp>
      <p:sp>
        <p:nvSpPr>
          <p:cNvPr id="97" name="กล่องข้อความ 96">
            <a:extLst>
              <a:ext uri="{FF2B5EF4-FFF2-40B4-BE49-F238E27FC236}">
                <a16:creationId xmlns:a16="http://schemas.microsoft.com/office/drawing/2014/main" id="{871E965F-5EA9-4DC5-0F95-F4F8CC38267D}"/>
              </a:ext>
            </a:extLst>
          </p:cNvPr>
          <p:cNvSpPr txBox="1"/>
          <p:nvPr/>
        </p:nvSpPr>
        <p:spPr>
          <a:xfrm>
            <a:off x="4373193" y="3742333"/>
            <a:ext cx="348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N</a:t>
            </a:r>
            <a:endParaRPr lang="th-TH" sz="1800" dirty="0"/>
          </a:p>
          <a:p>
            <a:endParaRPr lang="th-TH" sz="1800" dirty="0"/>
          </a:p>
        </p:txBody>
      </p:sp>
    </p:spTree>
    <p:extLst>
      <p:ext uri="{BB962C8B-B14F-4D97-AF65-F5344CB8AC3E}">
        <p14:creationId xmlns:p14="http://schemas.microsoft.com/office/powerpoint/2010/main" val="2712776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099E1E03-2B24-E5D8-452A-C6E0A5E56AD7}"/>
              </a:ext>
            </a:extLst>
          </p:cNvPr>
          <p:cNvSpPr/>
          <p:nvPr/>
        </p:nvSpPr>
        <p:spPr>
          <a:xfrm>
            <a:off x="4601497" y="1474839"/>
            <a:ext cx="1494503" cy="550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นักศึกษา</a:t>
            </a:r>
          </a:p>
        </p:txBody>
      </p:sp>
      <p:sp>
        <p:nvSpPr>
          <p:cNvPr id="5" name="วงรี 4">
            <a:extLst>
              <a:ext uri="{FF2B5EF4-FFF2-40B4-BE49-F238E27FC236}">
                <a16:creationId xmlns:a16="http://schemas.microsoft.com/office/drawing/2014/main" id="{7CBCEAE0-329A-B758-BF74-BBDC1D032886}"/>
              </a:ext>
            </a:extLst>
          </p:cNvPr>
          <p:cNvSpPr/>
          <p:nvPr/>
        </p:nvSpPr>
        <p:spPr>
          <a:xfrm>
            <a:off x="2192594" y="1238864"/>
            <a:ext cx="1465006" cy="5112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dirty="0"/>
              <a:t>คณะวิชา</a:t>
            </a:r>
          </a:p>
        </p:txBody>
      </p:sp>
      <p:sp>
        <p:nvSpPr>
          <p:cNvPr id="7" name="วงรี 6">
            <a:extLst>
              <a:ext uri="{FF2B5EF4-FFF2-40B4-BE49-F238E27FC236}">
                <a16:creationId xmlns:a16="http://schemas.microsoft.com/office/drawing/2014/main" id="{F0E60448-9353-4932-11E2-F92F3ABE85E5}"/>
              </a:ext>
            </a:extLst>
          </p:cNvPr>
          <p:cNvSpPr/>
          <p:nvPr/>
        </p:nvSpPr>
        <p:spPr>
          <a:xfrm>
            <a:off x="7108723" y="1563328"/>
            <a:ext cx="1465006" cy="5112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dirty="0"/>
              <a:t>เบอร์โทร</a:t>
            </a:r>
          </a:p>
        </p:txBody>
      </p:sp>
      <p:sp>
        <p:nvSpPr>
          <p:cNvPr id="9" name="วงรี 8">
            <a:extLst>
              <a:ext uri="{FF2B5EF4-FFF2-40B4-BE49-F238E27FC236}">
                <a16:creationId xmlns:a16="http://schemas.microsoft.com/office/drawing/2014/main" id="{96A70078-2AEE-7AC7-3023-04807F22DD41}"/>
              </a:ext>
            </a:extLst>
          </p:cNvPr>
          <p:cNvSpPr/>
          <p:nvPr/>
        </p:nvSpPr>
        <p:spPr>
          <a:xfrm>
            <a:off x="3279058" y="403122"/>
            <a:ext cx="1465006" cy="5112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dirty="0"/>
              <a:t>รหัสนศ.</a:t>
            </a:r>
          </a:p>
        </p:txBody>
      </p:sp>
      <p:sp>
        <p:nvSpPr>
          <p:cNvPr id="11" name="วงรี 10">
            <a:extLst>
              <a:ext uri="{FF2B5EF4-FFF2-40B4-BE49-F238E27FC236}">
                <a16:creationId xmlns:a16="http://schemas.microsoft.com/office/drawing/2014/main" id="{0CDCAFF6-C030-E747-E1F1-05AECC0A7C09}"/>
              </a:ext>
            </a:extLst>
          </p:cNvPr>
          <p:cNvSpPr/>
          <p:nvPr/>
        </p:nvSpPr>
        <p:spPr>
          <a:xfrm>
            <a:off x="5068530" y="285135"/>
            <a:ext cx="1465006" cy="5112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dirty="0"/>
              <a:t>ชื่อสกุล</a:t>
            </a:r>
            <a:r>
              <a:rPr lang="en-US" sz="1800" dirty="0"/>
              <a:t>T</a:t>
            </a:r>
            <a:endParaRPr lang="th-TH" sz="1800" dirty="0"/>
          </a:p>
        </p:txBody>
      </p:sp>
      <p:sp>
        <p:nvSpPr>
          <p:cNvPr id="13" name="วงรี 12">
            <a:extLst>
              <a:ext uri="{FF2B5EF4-FFF2-40B4-BE49-F238E27FC236}">
                <a16:creationId xmlns:a16="http://schemas.microsoft.com/office/drawing/2014/main" id="{1200DCEC-4AFB-24A0-B1B2-394F75F36E39}"/>
              </a:ext>
            </a:extLst>
          </p:cNvPr>
          <p:cNvSpPr/>
          <p:nvPr/>
        </p:nvSpPr>
        <p:spPr>
          <a:xfrm>
            <a:off x="6858002" y="540774"/>
            <a:ext cx="1465006" cy="5112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dirty="0"/>
              <a:t>รายวิชา</a:t>
            </a:r>
          </a:p>
        </p:txBody>
      </p:sp>
      <p:cxnSp>
        <p:nvCxnSpPr>
          <p:cNvPr id="15" name="ตัวเชื่อมต่อตรง 14">
            <a:extLst>
              <a:ext uri="{FF2B5EF4-FFF2-40B4-BE49-F238E27FC236}">
                <a16:creationId xmlns:a16="http://schemas.microsoft.com/office/drawing/2014/main" id="{48D3965A-3CC5-4723-331D-51A4C972ACF0}"/>
              </a:ext>
            </a:extLst>
          </p:cNvPr>
          <p:cNvCxnSpPr>
            <a:cxnSpLocks/>
            <a:stCxn id="4" idx="0"/>
            <a:endCxn id="9" idx="5"/>
          </p:cNvCxnSpPr>
          <p:nvPr/>
        </p:nvCxnSpPr>
        <p:spPr>
          <a:xfrm flipH="1" flipV="1">
            <a:off x="4529519" y="839525"/>
            <a:ext cx="819230" cy="6353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ตัวเชื่อมต่อตรง 17">
            <a:extLst>
              <a:ext uri="{FF2B5EF4-FFF2-40B4-BE49-F238E27FC236}">
                <a16:creationId xmlns:a16="http://schemas.microsoft.com/office/drawing/2014/main" id="{2FCD7EC0-D4B0-94BC-4A27-A6F7EA8A4DDD}"/>
              </a:ext>
            </a:extLst>
          </p:cNvPr>
          <p:cNvCxnSpPr>
            <a:stCxn id="4" idx="0"/>
            <a:endCxn id="11" idx="4"/>
          </p:cNvCxnSpPr>
          <p:nvPr/>
        </p:nvCxnSpPr>
        <p:spPr>
          <a:xfrm flipV="1">
            <a:off x="5348749" y="796413"/>
            <a:ext cx="452284" cy="6784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9580A926-E912-32ED-3BD1-DE8FE639EDAE}"/>
              </a:ext>
            </a:extLst>
          </p:cNvPr>
          <p:cNvCxnSpPr>
            <a:stCxn id="4" idx="0"/>
            <a:endCxn id="13" idx="3"/>
          </p:cNvCxnSpPr>
          <p:nvPr/>
        </p:nvCxnSpPr>
        <p:spPr>
          <a:xfrm flipV="1">
            <a:off x="5348749" y="977177"/>
            <a:ext cx="1723798" cy="4976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ตัวเชื่อมต่อตรง 21">
            <a:extLst>
              <a:ext uri="{FF2B5EF4-FFF2-40B4-BE49-F238E27FC236}">
                <a16:creationId xmlns:a16="http://schemas.microsoft.com/office/drawing/2014/main" id="{F8213377-68E1-CB8F-544E-93018958270F}"/>
              </a:ext>
            </a:extLst>
          </p:cNvPr>
          <p:cNvCxnSpPr>
            <a:stCxn id="4" idx="3"/>
            <a:endCxn id="7" idx="2"/>
          </p:cNvCxnSpPr>
          <p:nvPr/>
        </p:nvCxnSpPr>
        <p:spPr>
          <a:xfrm>
            <a:off x="6096000" y="1750142"/>
            <a:ext cx="1012723" cy="68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ตัวเชื่อมต่อตรง 23">
            <a:extLst>
              <a:ext uri="{FF2B5EF4-FFF2-40B4-BE49-F238E27FC236}">
                <a16:creationId xmlns:a16="http://schemas.microsoft.com/office/drawing/2014/main" id="{F73EE779-6071-0498-8DA8-D0CACFF2B694}"/>
              </a:ext>
            </a:extLst>
          </p:cNvPr>
          <p:cNvCxnSpPr>
            <a:stCxn id="4" idx="1"/>
            <a:endCxn id="5" idx="6"/>
          </p:cNvCxnSpPr>
          <p:nvPr/>
        </p:nvCxnSpPr>
        <p:spPr>
          <a:xfrm flipH="1" flipV="1">
            <a:off x="3657600" y="1494503"/>
            <a:ext cx="943897" cy="2556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ตาราง 24">
            <a:extLst>
              <a:ext uri="{FF2B5EF4-FFF2-40B4-BE49-F238E27FC236}">
                <a16:creationId xmlns:a16="http://schemas.microsoft.com/office/drawing/2014/main" id="{2F990A45-7296-2BB7-05C0-E32188FA0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593848"/>
              </p:ext>
            </p:extLst>
          </p:nvPr>
        </p:nvGraphicFramePr>
        <p:xfrm>
          <a:off x="1648542" y="2792361"/>
          <a:ext cx="8128000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743225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944156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08931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923989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68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dirty="0"/>
                        <a:t>รหัสนักศึกษา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Long integer</a:t>
                      </a:r>
                      <a:endParaRPr lang="th-TH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0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dirty="0"/>
                        <a:t>ชื่อ-สกุล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014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Tel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97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532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040328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148</Words>
  <Application>Microsoft Office PowerPoint</Application>
  <PresentationFormat>แบบจอกว้าง</PresentationFormat>
  <Paragraphs>81</Paragraphs>
  <Slides>4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toyyeebah maprasit</dc:creator>
  <cp:lastModifiedBy>Toyyeebah Maprasit (ตอยยีบะห์ มะประสิทธิ์)</cp:lastModifiedBy>
  <cp:revision>6</cp:revision>
  <dcterms:created xsi:type="dcterms:W3CDTF">2026-10-01T04:38:25Z</dcterms:created>
  <dcterms:modified xsi:type="dcterms:W3CDTF">2026-10-22T07:37:28Z</dcterms:modified>
</cp:coreProperties>
</file>